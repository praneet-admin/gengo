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praneet-admin.github.io/gengo/" TargetMode="External"/><Relationship Id="rId3" Type="http://schemas.openxmlformats.org/officeDocument/2006/relationships/hyperlink" Target="https://praneet-admin.github.io/gengo/" TargetMode="External"/><Relationship Id="rId4" Type="http://schemas.openxmlformats.org/officeDocument/2006/relationships/hyperlink" Target="https://github.com/praneet-admin/gengo" TargetMode="External"/><Relationship Id="rId5" Type="http://schemas.openxmlformats.org/officeDocument/2006/relationships/hyperlink" Target="https://github.com/praneet-admin/gengo" TargetMode="External"/><Relationship Id="rId1" Type="http://schemas.openxmlformats.org/officeDocument/2006/relationships/image" Target="../media/image-1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praneet-admin/gengo/blob/main/LAUNCH.md" TargetMode="External"/><Relationship Id="rId2" Type="http://schemas.openxmlformats.org/officeDocument/2006/relationships/hyperlink" Target="https://github.com/praneet-admin/gengo/blob/main/LAUNCH.md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hyperlink" Target="https://praneet-admin.github.io/gengo/" TargetMode="External"/><Relationship Id="rId6" Type="http://schemas.openxmlformats.org/officeDocument/2006/relationships/hyperlink" Target="https://praneet-admin.github.io/gengo/" TargetMode="External"/><Relationship Id="rId7" Type="http://schemas.openxmlformats.org/officeDocument/2006/relationships/hyperlink" Target="https://github.com/praneet-admin/gengo/blob/main/GUIDE.md" TargetMode="External"/><Relationship Id="rId8" Type="http://schemas.openxmlformats.org/officeDocument/2006/relationships/hyperlink" Target="https://github.com/praneet-admin/gengo/blob/main/GUIDE.md" TargetMode="External"/><Relationship Id="rId9" Type="http://schemas.openxmlformats.org/officeDocument/2006/relationships/hyperlink" Target="https://github.com/praneet-admin/gengo/blob/main/UI-UX.md" TargetMode="External"/><Relationship Id="rId10" Type="http://schemas.openxmlformats.org/officeDocument/2006/relationships/hyperlink" Target="https://github.com/praneet-admin/gengo/blob/main/UI-UX.md" TargetMode="External"/><Relationship Id="rId11" Type="http://schemas.openxmlformats.org/officeDocument/2006/relationships/hyperlink" Target="https://github.com/praneet-admin/gengo/blob/main/README.md" TargetMode="External"/><Relationship Id="rId12" Type="http://schemas.openxmlformats.org/officeDocument/2006/relationships/hyperlink" Target="https://github.com/praneet-admin/gengo/blob/main/README.md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praneet-admin/gengo/blob/main/LAUNCH.md" TargetMode="External"/><Relationship Id="rId2" Type="http://schemas.openxmlformats.org/officeDocument/2006/relationships/hyperlink" Target="https://github.com/praneet-admin/gengo/blob/main/LAUNCH.md" TargetMode="External"/><Relationship Id="rId3" Type="http://schemas.openxmlformats.org/officeDocument/2006/relationships/hyperlink" Target="https://github.com/praneet-admin/gengo/blob/main/launch/posts.md" TargetMode="External"/><Relationship Id="rId4" Type="http://schemas.openxmlformats.org/officeDocument/2006/relationships/hyperlink" Target="https://github.com/praneet-admin/gengo/blob/main/launch/posts.md" TargetMode="External"/><Relationship Id="rId5" Type="http://schemas.openxmlformats.org/officeDocument/2006/relationships/hyperlink" Target="https://github.com/praneet-admin/gengo/blob/main/SUPPORT.md" TargetMode="External"/><Relationship Id="rId6" Type="http://schemas.openxmlformats.org/officeDocument/2006/relationships/hyperlink" Target="https://github.com/praneet-admin/gengo/blob/main/SUPPORT.md" TargetMode="External"/><Relationship Id="rId7" Type="http://schemas.openxmlformats.org/officeDocument/2006/relationships/hyperlink" Target="https://github.com/praneet-admin/gengo/issues/new/choose" TargetMode="External"/><Relationship Id="rId8" Type="http://schemas.openxmlformats.org/officeDocument/2006/relationships/hyperlink" Target="https://github.com/praneet-admin/gengo/issues/new/choose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raneet-admin/gengo/blob/main/assets/og-image.png" TargetMode="External"/><Relationship Id="rId3" Type="http://schemas.openxmlformats.org/officeDocument/2006/relationships/hyperlink" Target="https://github.com/praneet-admin/gengo/blob/main/assets/og-image.png" TargetMode="External"/><Relationship Id="rId4" Type="http://schemas.openxmlformats.org/officeDocument/2006/relationships/hyperlink" Target="https://github.com/praneet-admin/gengo/blob/main/launch/posts.md" TargetMode="External"/><Relationship Id="rId5" Type="http://schemas.openxmlformats.org/officeDocument/2006/relationships/hyperlink" Target="https://github.com/praneet-admin/gengo/blob/main/launch/posts.md" TargetMode="External"/><Relationship Id="rId6" Type="http://schemas.openxmlformats.org/officeDocument/2006/relationships/hyperlink" Target="https://praneet-admin.github.io/gengo/" TargetMode="External"/><Relationship Id="rId7" Type="http://schemas.openxmlformats.org/officeDocument/2006/relationships/hyperlink" Target="https://praneet-admin.github.io/gengo/" TargetMode="External"/><Relationship Id="rId1" Type="http://schemas.openxmlformats.org/officeDocument/2006/relationships/image" Target="../media/image-5-1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praneet-admin.github.io/gengo/docs/gengo-promo.mp4" TargetMode="External"/><Relationship Id="rId3" Type="http://schemas.openxmlformats.org/officeDocument/2006/relationships/hyperlink" Target="https://praneet-admin.github.io/gengo/docs/gengo-promo.mp4" TargetMode="External"/><Relationship Id="rId4" Type="http://schemas.openxmlformats.org/officeDocument/2006/relationships/hyperlink" Target="https://github.com/praneet-admin/gengo/blob/main/docs/gengo-promo.mp4" TargetMode="External"/><Relationship Id="rId5" Type="http://schemas.openxmlformats.org/officeDocument/2006/relationships/hyperlink" Target="https://github.com/praneet-admin/gengo/blob/main/docs/gengo-promo.mp4" TargetMode="External"/><Relationship Id="rId1" Type="http://schemas.openxmlformats.org/officeDocument/2006/relationships/image" Target="../media/image-6-1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instagram.com/learnwithgenn/" TargetMode="External"/><Relationship Id="rId3" Type="http://schemas.openxmlformats.org/officeDocument/2006/relationships/hyperlink" Target="https://www.instagram.com/learnwithgenn/" TargetMode="External"/><Relationship Id="rId4" Type="http://schemas.openxmlformats.org/officeDocument/2006/relationships/hyperlink" Target="https://github.com/praneet-admin/gengo/blob/main/launch/instagram" TargetMode="External"/><Relationship Id="rId5" Type="http://schemas.openxmlformats.org/officeDocument/2006/relationships/hyperlink" Target="https://github.com/praneet-admin/gengo/blob/main/launch/instagram" TargetMode="External"/><Relationship Id="rId1" Type="http://schemas.openxmlformats.org/officeDocument/2006/relationships/image" Target="../media/image-7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instagram.com/learnwithgenn/reel/Dd0UvkggvyR/" TargetMode="External"/><Relationship Id="rId3" Type="http://schemas.openxmlformats.org/officeDocument/2006/relationships/hyperlink" Target="https://www.instagram.com/learnwithgenn/reel/Dd0UvkggvyR/" TargetMode="External"/><Relationship Id="rId4" Type="http://schemas.openxmlformats.org/officeDocument/2006/relationships/hyperlink" Target="https://www.instagram.com/learnwithgenn/reel/Dd0XQBnAdl1/" TargetMode="External"/><Relationship Id="rId5" Type="http://schemas.openxmlformats.org/officeDocument/2006/relationships/hyperlink" Target="https://www.instagram.com/learnwithgenn/reel/Dd0XQBnAdl1/" TargetMode="External"/><Relationship Id="rId6" Type="http://schemas.openxmlformats.org/officeDocument/2006/relationships/hyperlink" Target="https://www.instagram.com/learnwithgenn/reel/Dd0Yh_QAotL/" TargetMode="External"/><Relationship Id="rId7" Type="http://schemas.openxmlformats.org/officeDocument/2006/relationships/hyperlink" Target="https://www.instagram.com/learnwithgenn/reel/Dd0Yh_QAotL/" TargetMode="External"/><Relationship Id="rId8" Type="http://schemas.openxmlformats.org/officeDocument/2006/relationships/hyperlink" Target="https://www.instagram.com/learnwithgenn/reel/Dd0aO7iAPvA/" TargetMode="External"/><Relationship Id="rId9" Type="http://schemas.openxmlformats.org/officeDocument/2006/relationships/hyperlink" Target="https://www.instagram.com/learnwithgenn/reel/Dd0aO7iAPvA/" TargetMode="External"/><Relationship Id="rId1" Type="http://schemas.openxmlformats.org/officeDocument/2006/relationships/image" Target="../media/image-8-1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instagram.com/p/Dd0VMfEI4MC/" TargetMode="External"/><Relationship Id="rId3" Type="http://schemas.openxmlformats.org/officeDocument/2006/relationships/hyperlink" Target="https://www.instagram.com/p/Dd0VMfEI4MC/" TargetMode="External"/><Relationship Id="rId4" Type="http://schemas.openxmlformats.org/officeDocument/2006/relationships/hyperlink" Target="https://www.instagram.com/p/Dd0XzevI1pW/" TargetMode="External"/><Relationship Id="rId5" Type="http://schemas.openxmlformats.org/officeDocument/2006/relationships/hyperlink" Target="https://www.instagram.com/p/Dd0XzevI1pW/" TargetMode="External"/><Relationship Id="rId6" Type="http://schemas.openxmlformats.org/officeDocument/2006/relationships/hyperlink" Target="https://www.instagram.com/p/Dd0Y5Smo1ox/" TargetMode="External"/><Relationship Id="rId7" Type="http://schemas.openxmlformats.org/officeDocument/2006/relationships/hyperlink" Target="https://www.instagram.com/p/Dd0Y5Smo1ox/" TargetMode="External"/><Relationship Id="rId1" Type="http://schemas.openxmlformats.org/officeDocument/2006/relationships/image" Target="../media/image-9-1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stagram.com/p/Dd0WrMSI7Ee/" TargetMode="External"/><Relationship Id="rId4" Type="http://schemas.openxmlformats.org/officeDocument/2006/relationships/hyperlink" Target="https://www.instagram.com/p/Dd0WrMSI7Ee/" TargetMode="External"/><Relationship Id="rId5" Type="http://schemas.openxmlformats.org/officeDocument/2006/relationships/hyperlink" Target="https://medium.com/p/c2ae3d4c46ff/edit" TargetMode="External"/><Relationship Id="rId6" Type="http://schemas.openxmlformats.org/officeDocument/2006/relationships/hyperlink" Target="https://medium.com/p/c2ae3d4c46ff/edit" TargetMode="External"/><Relationship Id="rId7" Type="http://schemas.openxmlformats.org/officeDocument/2006/relationships/hyperlink" Target="https://github.com/praneet-admin/gengo/blob/main/launch/medium-post.md" TargetMode="External"/><Relationship Id="rId8" Type="http://schemas.openxmlformats.org/officeDocument/2006/relationships/hyperlink" Target="https://github.com/praneet-admin/gengo/blob/main/launch/medium-post.md" TargetMode="External"/><Relationship Id="rId9" Type="http://schemas.openxmlformats.org/officeDocument/2006/relationships/hyperlink" Target="https://github.com/praneet-admin/gengo/blob/main/launch/social" TargetMode="External"/><Relationship Id="rId10" Type="http://schemas.openxmlformats.org/officeDocument/2006/relationships/hyperlink" Target="https://github.com/praneet-admin/gengo/blob/main/launch/social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raneet-admin/gengo/blob/main/assets" TargetMode="External"/><Relationship Id="rId4" Type="http://schemas.openxmlformats.org/officeDocument/2006/relationships/hyperlink" Target="https://github.com/praneet-admin/gengo/blob/main/assets" TargetMode="External"/><Relationship Id="rId5" Type="http://schemas.openxmlformats.org/officeDocument/2006/relationships/hyperlink" Target="https://github.com/praneet-admin/gengo/blob/main/launch/social/CAMPAIGN.md" TargetMode="External"/><Relationship Id="rId6" Type="http://schemas.openxmlformats.org/officeDocument/2006/relationships/hyperlink" Target="https://github.com/praneet-admin/gengo/blob/main/launch/social/CAMPAIGN.md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praneet-admin.github.io/gengo/" TargetMode="External"/><Relationship Id="rId2" Type="http://schemas.openxmlformats.org/officeDocument/2006/relationships/hyperlink" Target="https://praneet-admin.github.io/gengo/" TargetMode="External"/><Relationship Id="rId3" Type="http://schemas.openxmlformats.org/officeDocument/2006/relationships/hyperlink" Target="https://www.instagram.com/learnwithgenn/" TargetMode="External"/><Relationship Id="rId4" Type="http://schemas.openxmlformats.org/officeDocument/2006/relationships/hyperlink" Target="https://www.instagram.com/learnwithgenn/" TargetMode="External"/><Relationship Id="rId5" Type="http://schemas.openxmlformats.org/officeDocument/2006/relationships/hyperlink" Target="https://github.com/praneet-admin/gengo" TargetMode="External"/><Relationship Id="rId6" Type="http://schemas.openxmlformats.org/officeDocument/2006/relationships/hyperlink" Target="https://github.com/praneet-admin/gengo" TargetMode="Externa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15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ran-zsbch1641/gengo/assets/bunny-10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640080"/>
            <a:ext cx="2926080" cy="2926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09728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Gengo</a:t>
            </a:r>
            <a:endParaRPr lang="en-US" sz="6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1031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D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we made, with links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834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C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· no account · budget ₹0</a:t>
            </a:r>
            <a:endParaRPr lang="en-US" sz="1600" dirty="0"/>
          </a:p>
        </p:txBody>
      </p:sp>
      <p:sp>
        <p:nvSpPr>
          <p:cNvPr id="6" name="Shape 3">
            <a:hlinkClick r:id="rId2" tooltip=""/>
          </p:cNvPr>
          <p:cNvSpPr/>
          <p:nvPr/>
        </p:nvSpPr>
        <p:spPr>
          <a:xfrm>
            <a:off x="457200" y="4114800"/>
            <a:ext cx="1267358" cy="347472"/>
          </a:xfrm>
          <a:prstGeom prst="roundRect">
            <a:avLst>
              <a:gd name="adj" fmla="val 50000"/>
            </a:avLst>
          </a:prstGeom>
          <a:solidFill>
            <a:srgbClr val="FFD233"/>
          </a:solidFill>
          <a:ln w="12700">
            <a:solidFill>
              <a:srgbClr val="FFD233"/>
            </a:solidFill>
            <a:prstDash val="solid"/>
          </a:ln>
        </p:spPr>
      </p:sp>
      <p:sp>
        <p:nvSpPr>
          <p:cNvPr id="7" name="Text 4">
            <a:hlinkClick r:id="rId3" tooltip=""/>
          </p:cNvPr>
          <p:cNvSpPr txBox="1"/>
          <p:nvPr/>
        </p:nvSpPr>
        <p:spPr>
          <a:xfrm>
            <a:off x="457200" y="4114800"/>
            <a:ext cx="12673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Open the app</a:t>
            </a:r>
            <a:endParaRPr lang="en-US" sz="1100" dirty="0"/>
          </a:p>
        </p:txBody>
      </p:sp>
      <p:sp>
        <p:nvSpPr>
          <p:cNvPr id="8" name="Shape 5">
            <a:hlinkClick r:id="rId4" tooltip=""/>
          </p:cNvPr>
          <p:cNvSpPr/>
          <p:nvPr/>
        </p:nvSpPr>
        <p:spPr>
          <a:xfrm>
            <a:off x="1861718" y="4114800"/>
            <a:ext cx="1196035" cy="347472"/>
          </a:xfrm>
          <a:prstGeom prst="roundRect">
            <a:avLst>
              <a:gd name="adj" fmla="val 50000"/>
            </a:avLst>
          </a:prstGeom>
          <a:solidFill>
            <a:srgbClr val="FFD233"/>
          </a:solidFill>
          <a:ln w="12700">
            <a:solidFill>
              <a:srgbClr val="FFD233"/>
            </a:solidFill>
            <a:prstDash val="solid"/>
          </a:ln>
        </p:spPr>
      </p:sp>
      <p:sp>
        <p:nvSpPr>
          <p:cNvPr id="9" name="Text 6">
            <a:hlinkClick r:id="rId5" tooltip=""/>
          </p:cNvPr>
          <p:cNvSpPr txBox="1"/>
          <p:nvPr/>
        </p:nvSpPr>
        <p:spPr>
          <a:xfrm>
            <a:off x="1861718" y="4114800"/>
            <a:ext cx="11960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GitHub repo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15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7863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look up a word.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nod.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Friday, it’s gone.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9260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D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Gengo fixes that.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490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C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final-year students prepping for placements</a:t>
            </a:r>
            <a:endParaRPr lang="en-US" sz="1600" dirty="0"/>
          </a:p>
        </p:txBody>
      </p:sp>
      <p:sp>
        <p:nvSpPr>
          <p:cNvPr id="5" name="Shape 3">
            <a:hlinkClick r:id="rId1" tooltip=""/>
          </p:cNvPr>
          <p:cNvSpPr/>
          <p:nvPr/>
        </p:nvSpPr>
        <p:spPr>
          <a:xfrm>
            <a:off x="457200" y="4206240"/>
            <a:ext cx="2265883" cy="347472"/>
          </a:xfrm>
          <a:prstGeom prst="roundRect">
            <a:avLst>
              <a:gd name="adj" fmla="val 50000"/>
            </a:avLst>
          </a:prstGeom>
          <a:solidFill>
            <a:srgbClr val="FFD233"/>
          </a:solidFill>
          <a:ln w="12700">
            <a:solidFill>
              <a:srgbClr val="FFD233"/>
            </a:solidFill>
            <a:prstDash val="solid"/>
          </a:ln>
        </p:spPr>
      </p:sp>
      <p:sp>
        <p:nvSpPr>
          <p:cNvPr id="6" name="Text 4">
            <a:hlinkClick r:id="rId2" tooltip=""/>
          </p:cNvPr>
          <p:cNvSpPr txBox="1"/>
          <p:nvPr/>
        </p:nvSpPr>
        <p:spPr>
          <a:xfrm>
            <a:off x="457200" y="4206240"/>
            <a:ext cx="226588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Launch note: who it is for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9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@learnwithgenn · praneet-admin.github.io/gengo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</a:t>
            </a:r>
            <a:endParaRPr lang="en-US" sz="3400" dirty="0"/>
          </a:p>
        </p:txBody>
      </p:sp>
      <p:pic>
        <p:nvPicPr>
          <p:cNvPr id="3" name="Image 0" descr="/Users/pran-zsbch1641/gengo/docs/screenshots/phone-lear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051560"/>
            <a:ext cx="1371600" cy="24688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566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it up</a:t>
            </a:r>
            <a:endParaRPr lang="en-US" sz="1600" dirty="0"/>
          </a:p>
        </p:txBody>
      </p:sp>
      <p:pic>
        <p:nvPicPr>
          <p:cNvPr id="5" name="Image 1" descr="/Users/pran-zsbch1641/gengo/docs/screenshots/phone-quiz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80360" y="1051560"/>
            <a:ext cx="1371600" cy="24688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566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quizzed</a:t>
            </a:r>
            <a:endParaRPr lang="en-US" sz="1600" dirty="0"/>
          </a:p>
        </p:txBody>
      </p:sp>
      <p:pic>
        <p:nvPicPr>
          <p:cNvPr id="7" name="Image 2" descr="/Users/pran-zsbch1641/gengo/docs/screenshots/phone-focu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983480" y="1051560"/>
            <a:ext cx="1371600" cy="246888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566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Sprint</a:t>
            </a:r>
            <a:endParaRPr lang="en-US" sz="1600" dirty="0"/>
          </a:p>
        </p:txBody>
      </p:sp>
      <p:pic>
        <p:nvPicPr>
          <p:cNvPr id="9" name="Image 3" descr="/Users/pran-zsbch1641/gengo/docs/screenshots/phone-word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086600" y="1051560"/>
            <a:ext cx="1371600" cy="246888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566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streak</a:t>
            </a:r>
            <a:endParaRPr lang="en-US" sz="1600" dirty="0"/>
          </a:p>
        </p:txBody>
      </p:sp>
      <p:sp>
        <p:nvSpPr>
          <p:cNvPr id="11" name="Shape 5">
            <a:hlinkClick r:id="rId5" tooltip=""/>
          </p:cNvPr>
          <p:cNvSpPr/>
          <p:nvPr/>
        </p:nvSpPr>
        <p:spPr>
          <a:xfrm>
            <a:off x="457200" y="4206240"/>
            <a:ext cx="839419" cy="347472"/>
          </a:xfrm>
          <a:prstGeom prst="roundRect">
            <a:avLst>
              <a:gd name="adj" fmla="val 50000"/>
            </a:avLst>
          </a:prstGeom>
          <a:solidFill>
            <a:srgbClr val="23155C"/>
          </a:solidFill>
          <a:ln w="12700">
            <a:solidFill>
              <a:srgbClr val="23155C"/>
            </a:solidFill>
            <a:prstDash val="solid"/>
          </a:ln>
        </p:spPr>
      </p:sp>
      <p:sp>
        <p:nvSpPr>
          <p:cNvPr id="12" name="Text 6">
            <a:hlinkClick r:id="rId6" tooltip=""/>
          </p:cNvPr>
          <p:cNvSpPr txBox="1"/>
          <p:nvPr/>
        </p:nvSpPr>
        <p:spPr>
          <a:xfrm>
            <a:off x="457200" y="4206240"/>
            <a:ext cx="8394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Try it</a:t>
            </a:r>
            <a:endParaRPr lang="en-US" sz="1100" dirty="0"/>
          </a:p>
        </p:txBody>
      </p:sp>
      <p:sp>
        <p:nvSpPr>
          <p:cNvPr id="13" name="Shape 7">
            <a:hlinkClick r:id="rId7" tooltip=""/>
          </p:cNvPr>
          <p:cNvSpPr/>
          <p:nvPr/>
        </p:nvSpPr>
        <p:spPr>
          <a:xfrm>
            <a:off x="1433779" y="4206240"/>
            <a:ext cx="1124712" cy="347472"/>
          </a:xfrm>
          <a:prstGeom prst="roundRect">
            <a:avLst>
              <a:gd name="adj" fmla="val 50000"/>
            </a:avLst>
          </a:prstGeom>
          <a:solidFill>
            <a:srgbClr val="23155C"/>
          </a:solidFill>
          <a:ln w="12700">
            <a:solidFill>
              <a:srgbClr val="23155C"/>
            </a:solidFill>
            <a:prstDash val="solid"/>
          </a:ln>
        </p:spPr>
      </p:sp>
      <p:sp>
        <p:nvSpPr>
          <p:cNvPr id="14" name="Text 8">
            <a:hlinkClick r:id="rId8" tooltip=""/>
          </p:cNvPr>
          <p:cNvSpPr txBox="1"/>
          <p:nvPr/>
        </p:nvSpPr>
        <p:spPr>
          <a:xfrm>
            <a:off x="1433779" y="4206240"/>
            <a:ext cx="1124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User guide</a:t>
            </a:r>
            <a:endParaRPr lang="en-US" sz="1100" dirty="0"/>
          </a:p>
        </p:txBody>
      </p:sp>
      <p:sp>
        <p:nvSpPr>
          <p:cNvPr id="15" name="Shape 9">
            <a:hlinkClick r:id="rId9" tooltip=""/>
          </p:cNvPr>
          <p:cNvSpPr/>
          <p:nvPr/>
        </p:nvSpPr>
        <p:spPr>
          <a:xfrm>
            <a:off x="2695651" y="4206240"/>
            <a:ext cx="1623974" cy="347472"/>
          </a:xfrm>
          <a:prstGeom prst="roundRect">
            <a:avLst>
              <a:gd name="adj" fmla="val 50000"/>
            </a:avLst>
          </a:prstGeom>
          <a:solidFill>
            <a:srgbClr val="23155C"/>
          </a:solidFill>
          <a:ln w="12700">
            <a:solidFill>
              <a:srgbClr val="23155C"/>
            </a:solidFill>
            <a:prstDash val="solid"/>
          </a:ln>
        </p:spPr>
      </p:sp>
      <p:sp>
        <p:nvSpPr>
          <p:cNvPr id="16" name="Text 10">
            <a:hlinkClick r:id="rId10" tooltip=""/>
          </p:cNvPr>
          <p:cNvSpPr txBox="1"/>
          <p:nvPr/>
        </p:nvSpPr>
        <p:spPr>
          <a:xfrm>
            <a:off x="2695651" y="4206240"/>
            <a:ext cx="16239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UI/UX walkthrough</a:t>
            </a:r>
            <a:endParaRPr lang="en-US" sz="1100" dirty="0"/>
          </a:p>
        </p:txBody>
      </p:sp>
      <p:sp>
        <p:nvSpPr>
          <p:cNvPr id="17" name="Shape 11">
            <a:hlinkClick r:id="rId11" tooltip=""/>
          </p:cNvPr>
          <p:cNvSpPr/>
          <p:nvPr/>
        </p:nvSpPr>
        <p:spPr>
          <a:xfrm>
            <a:off x="4456786" y="4206240"/>
            <a:ext cx="839419" cy="347472"/>
          </a:xfrm>
          <a:prstGeom prst="roundRect">
            <a:avLst>
              <a:gd name="adj" fmla="val 50000"/>
            </a:avLst>
          </a:prstGeom>
          <a:solidFill>
            <a:srgbClr val="23155C"/>
          </a:solidFill>
          <a:ln w="12700">
            <a:solidFill>
              <a:srgbClr val="23155C"/>
            </a:solidFill>
            <a:prstDash val="solid"/>
          </a:ln>
        </p:spPr>
      </p:sp>
      <p:sp>
        <p:nvSpPr>
          <p:cNvPr id="18" name="Text 12">
            <a:hlinkClick r:id="rId12" tooltip=""/>
          </p:cNvPr>
          <p:cNvSpPr txBox="1"/>
          <p:nvPr/>
        </p:nvSpPr>
        <p:spPr>
          <a:xfrm>
            <a:off x="4456786" y="4206240"/>
            <a:ext cx="8394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README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@learnwithgenn · praneet-admin.github.io/gengo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launch jobs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2651760" cy="2743200"/>
          </a:xfrm>
          <a:prstGeom prst="roundRect">
            <a:avLst>
              <a:gd name="adj" fmla="val 5172"/>
            </a:avLst>
          </a:prstGeom>
          <a:solidFill>
            <a:srgbClr val="F6F3FF"/>
          </a:solidFill>
          <a:ln w="12700">
            <a:solidFill>
              <a:srgbClr val="F6F3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25880" y="1417320"/>
            <a:ext cx="914400" cy="914400"/>
          </a:xfrm>
          <a:prstGeom prst="ellipse">
            <a:avLst/>
          </a:prstGeom>
          <a:solidFill>
            <a:srgbClr val="FFD233"/>
          </a:solidFill>
          <a:ln w="12700">
            <a:solidFill>
              <a:srgbClr val="FFD2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25880" y="14173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68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926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33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heard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246120" y="1143000"/>
            <a:ext cx="2651760" cy="2743200"/>
          </a:xfrm>
          <a:prstGeom prst="roundRect">
            <a:avLst>
              <a:gd name="adj" fmla="val 5172"/>
            </a:avLst>
          </a:prstGeom>
          <a:solidFill>
            <a:srgbClr val="F6F3FF"/>
          </a:solidFill>
          <a:ln w="12700">
            <a:solidFill>
              <a:srgbClr val="F6F3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0" y="1417320"/>
            <a:ext cx="914400" cy="914400"/>
          </a:xfrm>
          <a:prstGeom prst="ellipse">
            <a:avLst/>
          </a:prstGeom>
          <a:solidFill>
            <a:srgbClr val="2FE3A5"/>
          </a:solidFill>
          <a:ln w="12700">
            <a:solidFill>
              <a:srgbClr val="2FE3A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114800" y="14173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3246120" y="2468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246120" y="2926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33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fast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035040" y="1143000"/>
            <a:ext cx="2651760" cy="2743200"/>
          </a:xfrm>
          <a:prstGeom prst="roundRect">
            <a:avLst>
              <a:gd name="adj" fmla="val 5172"/>
            </a:avLst>
          </a:prstGeom>
          <a:solidFill>
            <a:srgbClr val="F6F3FF"/>
          </a:solidFill>
          <a:ln w="12700">
            <a:solidFill>
              <a:srgbClr val="F6F3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03720" y="1417320"/>
            <a:ext cx="914400" cy="914400"/>
          </a:xfrm>
          <a:prstGeom prst="ellipse">
            <a:avLst/>
          </a:prstGeom>
          <a:solidFill>
            <a:srgbClr val="FF78AA"/>
          </a:solidFill>
          <a:ln w="12700">
            <a:solidFill>
              <a:srgbClr val="FF78A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03720" y="14173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2468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2926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33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₹0, forever</a:t>
            </a:r>
            <a:endParaRPr lang="en-US" sz="1600" dirty="0"/>
          </a:p>
        </p:txBody>
      </p:sp>
      <p:sp>
        <p:nvSpPr>
          <p:cNvPr id="18" name="Shape 16">
            <a:hlinkClick r:id="rId1" tooltip=""/>
          </p:cNvPr>
          <p:cNvSpPr/>
          <p:nvPr/>
        </p:nvSpPr>
        <p:spPr>
          <a:xfrm>
            <a:off x="457200" y="4206240"/>
            <a:ext cx="1196035" cy="347472"/>
          </a:xfrm>
          <a:prstGeom prst="roundRect">
            <a:avLst>
              <a:gd name="adj" fmla="val 50000"/>
            </a:avLst>
          </a:prstGeom>
          <a:solidFill>
            <a:srgbClr val="23155C"/>
          </a:solidFill>
          <a:ln w="12700">
            <a:solidFill>
              <a:srgbClr val="23155C"/>
            </a:solidFill>
            <a:prstDash val="solid"/>
          </a:ln>
        </p:spPr>
      </p:sp>
      <p:sp>
        <p:nvSpPr>
          <p:cNvPr id="19" name="Text 17">
            <a:hlinkClick r:id="rId2" tooltip=""/>
          </p:cNvPr>
          <p:cNvSpPr txBox="1"/>
          <p:nvPr/>
        </p:nvSpPr>
        <p:spPr>
          <a:xfrm>
            <a:off x="457200" y="4206240"/>
            <a:ext cx="11960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Launch note</a:t>
            </a:r>
            <a:endParaRPr lang="en-US" sz="1100" dirty="0"/>
          </a:p>
        </p:txBody>
      </p:sp>
      <p:sp>
        <p:nvSpPr>
          <p:cNvPr id="20" name="Shape 18">
            <a:hlinkClick r:id="rId3" tooltip=""/>
          </p:cNvPr>
          <p:cNvSpPr/>
          <p:nvPr/>
        </p:nvSpPr>
        <p:spPr>
          <a:xfrm>
            <a:off x="1790395" y="4206240"/>
            <a:ext cx="982066" cy="347472"/>
          </a:xfrm>
          <a:prstGeom prst="roundRect">
            <a:avLst>
              <a:gd name="adj" fmla="val 50000"/>
            </a:avLst>
          </a:prstGeom>
          <a:solidFill>
            <a:srgbClr val="23155C"/>
          </a:solidFill>
          <a:ln w="12700">
            <a:solidFill>
              <a:srgbClr val="23155C"/>
            </a:solidFill>
            <a:prstDash val="solid"/>
          </a:ln>
        </p:spPr>
      </p:sp>
      <p:sp>
        <p:nvSpPr>
          <p:cNvPr id="21" name="Text 19">
            <a:hlinkClick r:id="rId4" tooltip=""/>
          </p:cNvPr>
          <p:cNvSpPr txBox="1"/>
          <p:nvPr/>
        </p:nvSpPr>
        <p:spPr>
          <a:xfrm>
            <a:off x="1790395" y="4206240"/>
            <a:ext cx="9820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Post kit</a:t>
            </a:r>
            <a:endParaRPr lang="en-US" sz="1100" dirty="0"/>
          </a:p>
        </p:txBody>
      </p:sp>
      <p:sp>
        <p:nvSpPr>
          <p:cNvPr id="22" name="Shape 20">
            <a:hlinkClick r:id="rId5" tooltip=""/>
          </p:cNvPr>
          <p:cNvSpPr/>
          <p:nvPr/>
        </p:nvSpPr>
        <p:spPr>
          <a:xfrm>
            <a:off x="2909621" y="4206240"/>
            <a:ext cx="1410005" cy="347472"/>
          </a:xfrm>
          <a:prstGeom prst="roundRect">
            <a:avLst>
              <a:gd name="adj" fmla="val 50000"/>
            </a:avLst>
          </a:prstGeom>
          <a:solidFill>
            <a:srgbClr val="23155C"/>
          </a:solidFill>
          <a:ln w="12700">
            <a:solidFill>
              <a:srgbClr val="23155C"/>
            </a:solidFill>
            <a:prstDash val="solid"/>
          </a:ln>
        </p:spPr>
      </p:sp>
      <p:sp>
        <p:nvSpPr>
          <p:cNvPr id="23" name="Text 21">
            <a:hlinkClick r:id="rId6" tooltip=""/>
          </p:cNvPr>
          <p:cNvSpPr txBox="1"/>
          <p:nvPr/>
        </p:nvSpPr>
        <p:spPr>
          <a:xfrm>
            <a:off x="2909621" y="4206240"/>
            <a:ext cx="141000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Support policy</a:t>
            </a:r>
            <a:endParaRPr lang="en-US" sz="1100" dirty="0"/>
          </a:p>
        </p:txBody>
      </p:sp>
      <p:sp>
        <p:nvSpPr>
          <p:cNvPr id="24" name="Shape 22">
            <a:hlinkClick r:id="rId7" tooltip=""/>
          </p:cNvPr>
          <p:cNvSpPr/>
          <p:nvPr/>
        </p:nvSpPr>
        <p:spPr>
          <a:xfrm>
            <a:off x="4456786" y="4206240"/>
            <a:ext cx="1196035" cy="347472"/>
          </a:xfrm>
          <a:prstGeom prst="roundRect">
            <a:avLst>
              <a:gd name="adj" fmla="val 50000"/>
            </a:avLst>
          </a:prstGeom>
          <a:solidFill>
            <a:srgbClr val="23155C"/>
          </a:solidFill>
          <a:ln w="12700">
            <a:solidFill>
              <a:srgbClr val="23155C"/>
            </a:solidFill>
            <a:prstDash val="solid"/>
          </a:ln>
        </p:spPr>
      </p:sp>
      <p:sp>
        <p:nvSpPr>
          <p:cNvPr id="25" name="Text 23">
            <a:hlinkClick r:id="rId8" tooltip=""/>
          </p:cNvPr>
          <p:cNvSpPr txBox="1"/>
          <p:nvPr/>
        </p:nvSpPr>
        <p:spPr>
          <a:xfrm>
            <a:off x="4456786" y="4206240"/>
            <a:ext cx="11960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Issue forms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@learnwithgenn · praneet-admin.github.io/gengo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share unfurls into this</a:t>
            </a:r>
            <a:endParaRPr lang="en-US" sz="3400" dirty="0"/>
          </a:p>
        </p:txBody>
      </p:sp>
      <p:pic>
        <p:nvPicPr>
          <p:cNvPr id="3" name="Image 0" descr="/Users/pran-zsbch1641/gengo/assets/og-imag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97280"/>
            <a:ext cx="5120640" cy="26974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852160" y="1097280"/>
            <a:ext cx="2834640" cy="2697480"/>
          </a:xfrm>
          <a:prstGeom prst="roundRect">
            <a:avLst>
              <a:gd name="adj" fmla="val 5085"/>
            </a:avLst>
          </a:prstGeom>
          <a:solidFill>
            <a:srgbClr val="23155C"/>
          </a:solidFill>
          <a:ln w="12700">
            <a:solidFill>
              <a:srgbClr val="23155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035040" y="132588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“I’m on a 5-day streak learning English words with Gengo 🐰”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035040" y="28803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D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One-tap Share. The learner is the ad.</a:t>
            </a:r>
            <a:endParaRPr lang="en-US" sz="1200" dirty="0"/>
          </a:p>
        </p:txBody>
      </p:sp>
      <p:sp>
        <p:nvSpPr>
          <p:cNvPr id="7" name="Shape 4">
            <a:hlinkClick r:id="rId2" tooltip=""/>
          </p:cNvPr>
          <p:cNvSpPr/>
          <p:nvPr/>
        </p:nvSpPr>
        <p:spPr>
          <a:xfrm>
            <a:off x="457200" y="4206240"/>
            <a:ext cx="2051914" cy="347472"/>
          </a:xfrm>
          <a:prstGeom prst="roundRect">
            <a:avLst>
              <a:gd name="adj" fmla="val 50000"/>
            </a:avLst>
          </a:prstGeom>
          <a:solidFill>
            <a:srgbClr val="23155C"/>
          </a:solidFill>
          <a:ln w="12700">
            <a:solidFill>
              <a:srgbClr val="23155C"/>
            </a:solidFill>
            <a:prstDash val="solid"/>
          </a:ln>
        </p:spPr>
      </p:sp>
      <p:sp>
        <p:nvSpPr>
          <p:cNvPr id="8" name="Text 5">
            <a:hlinkClick r:id="rId3" tooltip=""/>
          </p:cNvPr>
          <p:cNvSpPr txBox="1"/>
          <p:nvPr/>
        </p:nvSpPr>
        <p:spPr>
          <a:xfrm>
            <a:off x="457200" y="4206240"/>
            <a:ext cx="20519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Preview card (og-image)</a:t>
            </a:r>
            <a:endParaRPr lang="en-US" sz="1100" dirty="0"/>
          </a:p>
        </p:txBody>
      </p:sp>
      <p:sp>
        <p:nvSpPr>
          <p:cNvPr id="9" name="Shape 6">
            <a:hlinkClick r:id="rId4" tooltip=""/>
          </p:cNvPr>
          <p:cNvSpPr/>
          <p:nvPr/>
        </p:nvSpPr>
        <p:spPr>
          <a:xfrm>
            <a:off x="2646274" y="4206240"/>
            <a:ext cx="3050438" cy="347472"/>
          </a:xfrm>
          <a:prstGeom prst="roundRect">
            <a:avLst>
              <a:gd name="adj" fmla="val 50000"/>
            </a:avLst>
          </a:prstGeom>
          <a:solidFill>
            <a:srgbClr val="23155C"/>
          </a:solidFill>
          <a:ln w="12700">
            <a:solidFill>
              <a:srgbClr val="23155C"/>
            </a:solidFill>
            <a:prstDash val="solid"/>
          </a:ln>
        </p:spPr>
      </p:sp>
      <p:sp>
        <p:nvSpPr>
          <p:cNvPr id="10" name="Text 7">
            <a:hlinkClick r:id="rId5" tooltip=""/>
          </p:cNvPr>
          <p:cNvSpPr txBox="1"/>
          <p:nvPr/>
        </p:nvSpPr>
        <p:spPr>
          <a:xfrm>
            <a:off x="2646274" y="4206240"/>
            <a:ext cx="305043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WhatsApp / LinkedIn / Reddit / X copy</a:t>
            </a:r>
            <a:endParaRPr lang="en-US" sz="1100" dirty="0"/>
          </a:p>
        </p:txBody>
      </p:sp>
      <p:sp>
        <p:nvSpPr>
          <p:cNvPr id="11" name="Shape 8">
            <a:hlinkClick r:id="rId6" tooltip=""/>
          </p:cNvPr>
          <p:cNvSpPr/>
          <p:nvPr/>
        </p:nvSpPr>
        <p:spPr>
          <a:xfrm>
            <a:off x="5833872" y="4206240"/>
            <a:ext cx="1481328" cy="347472"/>
          </a:xfrm>
          <a:prstGeom prst="roundRect">
            <a:avLst>
              <a:gd name="adj" fmla="val 50000"/>
            </a:avLst>
          </a:prstGeom>
          <a:solidFill>
            <a:srgbClr val="23155C"/>
          </a:solidFill>
          <a:ln w="12700">
            <a:solidFill>
              <a:srgbClr val="23155C"/>
            </a:solidFill>
            <a:prstDash val="solid"/>
          </a:ln>
        </p:spPr>
      </p:sp>
      <p:sp>
        <p:nvSpPr>
          <p:cNvPr id="12" name="Text 9">
            <a:hlinkClick r:id="rId7" tooltip=""/>
          </p:cNvPr>
          <p:cNvSpPr txBox="1"/>
          <p:nvPr/>
        </p:nvSpPr>
        <p:spPr>
          <a:xfrm>
            <a:off x="5833872" y="420624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Installable app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@learnwithgenn · praneet-admin.github.io/gengo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15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 video · 57 s · real footage</a:t>
            </a:r>
            <a:endParaRPr lang="en-US" sz="3400" dirty="0"/>
          </a:p>
        </p:txBody>
      </p:sp>
      <p:pic>
        <p:nvPicPr>
          <p:cNvPr id="3" name="Image 0" descr="/private/tmp/claude-502/-Users-pran-zsbch1641/eb3ff32b-0b81-4709-87ba-996c7757d4a1/scratchpad/deck/reel_stri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97280"/>
            <a:ext cx="8229600" cy="2926080"/>
          </a:xfrm>
          <a:prstGeom prst="rect">
            <a:avLst/>
          </a:prstGeom>
        </p:spPr>
      </p:pic>
      <p:sp>
        <p:nvSpPr>
          <p:cNvPr id="4" name="Shape 1">
            <a:hlinkClick r:id="rId2" tooltip=""/>
          </p:cNvPr>
          <p:cNvSpPr/>
          <p:nvPr/>
        </p:nvSpPr>
        <p:spPr>
          <a:xfrm>
            <a:off x="457200" y="4206240"/>
            <a:ext cx="2051914" cy="347472"/>
          </a:xfrm>
          <a:prstGeom prst="roundRect">
            <a:avLst>
              <a:gd name="adj" fmla="val 50000"/>
            </a:avLst>
          </a:prstGeom>
          <a:solidFill>
            <a:srgbClr val="FFD233"/>
          </a:solidFill>
          <a:ln w="12700">
            <a:solidFill>
              <a:srgbClr val="FFD233"/>
            </a:solidFill>
            <a:prstDash val="solid"/>
          </a:ln>
        </p:spPr>
      </p:sp>
      <p:sp>
        <p:nvSpPr>
          <p:cNvPr id="5" name="Text 2">
            <a:hlinkClick r:id="rId3" tooltip=""/>
          </p:cNvPr>
          <p:cNvSpPr txBox="1"/>
          <p:nvPr/>
        </p:nvSpPr>
        <p:spPr>
          <a:xfrm>
            <a:off x="457200" y="4206240"/>
            <a:ext cx="20519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▶ Watch gengo-promo.mp4</a:t>
            </a:r>
            <a:endParaRPr lang="en-US" sz="1100" dirty="0"/>
          </a:p>
        </p:txBody>
      </p:sp>
      <p:sp>
        <p:nvSpPr>
          <p:cNvPr id="6" name="Shape 3">
            <a:hlinkClick r:id="rId4" tooltip=""/>
          </p:cNvPr>
          <p:cNvSpPr/>
          <p:nvPr/>
        </p:nvSpPr>
        <p:spPr>
          <a:xfrm>
            <a:off x="2646274" y="4206240"/>
            <a:ext cx="1410005" cy="347472"/>
          </a:xfrm>
          <a:prstGeom prst="roundRect">
            <a:avLst>
              <a:gd name="adj" fmla="val 50000"/>
            </a:avLst>
          </a:prstGeom>
          <a:solidFill>
            <a:srgbClr val="FFD233"/>
          </a:solidFill>
          <a:ln w="12700">
            <a:solidFill>
              <a:srgbClr val="FFD233"/>
            </a:solidFill>
            <a:prstDash val="solid"/>
          </a:ln>
        </p:spPr>
      </p:sp>
      <p:sp>
        <p:nvSpPr>
          <p:cNvPr id="7" name="Text 4">
            <a:hlinkClick r:id="rId5" tooltip=""/>
          </p:cNvPr>
          <p:cNvSpPr txBox="1"/>
          <p:nvPr/>
        </p:nvSpPr>
        <p:spPr>
          <a:xfrm>
            <a:off x="2646274" y="4206240"/>
            <a:ext cx="141000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File on GitHub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9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@learnwithgenn · praneet-admin.github.io/gengo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315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 · @learnwithgenn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C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posts on day one</a:t>
            </a:r>
            <a:endParaRPr lang="en-US" sz="1400" dirty="0"/>
          </a:p>
        </p:txBody>
      </p:sp>
      <p:pic>
        <p:nvPicPr>
          <p:cNvPr id="4" name="Image 0" descr="/private/tmp/claude-502/-Users-pran-zsbch1641/eb3ff32b-0b81-4709-87ba-996c7757d4a1/scratchpad/deck/ig-gri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34440"/>
            <a:ext cx="8229600" cy="2834640"/>
          </a:xfrm>
          <a:prstGeom prst="rect">
            <a:avLst/>
          </a:prstGeom>
        </p:spPr>
      </p:pic>
      <p:sp>
        <p:nvSpPr>
          <p:cNvPr id="5" name="Shape 2">
            <a:hlinkClick r:id="rId2" tooltip=""/>
          </p:cNvPr>
          <p:cNvSpPr/>
          <p:nvPr/>
        </p:nvSpPr>
        <p:spPr>
          <a:xfrm>
            <a:off x="457200" y="4206240"/>
            <a:ext cx="1552651" cy="347472"/>
          </a:xfrm>
          <a:prstGeom prst="roundRect">
            <a:avLst>
              <a:gd name="adj" fmla="val 50000"/>
            </a:avLst>
          </a:prstGeom>
          <a:solidFill>
            <a:srgbClr val="FFD233"/>
          </a:solidFill>
          <a:ln w="12700">
            <a:solidFill>
              <a:srgbClr val="FFD233"/>
            </a:solidFill>
            <a:prstDash val="solid"/>
          </a:ln>
        </p:spPr>
      </p:sp>
      <p:sp>
        <p:nvSpPr>
          <p:cNvPr id="6" name="Text 3">
            <a:hlinkClick r:id="rId3" tooltip=""/>
          </p:cNvPr>
          <p:cNvSpPr txBox="1"/>
          <p:nvPr/>
        </p:nvSpPr>
        <p:spPr>
          <a:xfrm>
            <a:off x="457200" y="4206240"/>
            <a:ext cx="155265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Open the profile</a:t>
            </a:r>
            <a:endParaRPr lang="en-US" sz="1100" dirty="0"/>
          </a:p>
        </p:txBody>
      </p:sp>
      <p:sp>
        <p:nvSpPr>
          <p:cNvPr id="7" name="Shape 4">
            <a:hlinkClick r:id="rId4" tooltip=""/>
          </p:cNvPr>
          <p:cNvSpPr/>
          <p:nvPr/>
        </p:nvSpPr>
        <p:spPr>
          <a:xfrm>
            <a:off x="2147011" y="420624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FFD233"/>
          </a:solidFill>
          <a:ln w="12700">
            <a:solidFill>
              <a:srgbClr val="FFD233"/>
            </a:solidFill>
            <a:prstDash val="solid"/>
          </a:ln>
        </p:spPr>
      </p:sp>
      <p:sp>
        <p:nvSpPr>
          <p:cNvPr id="8" name="Text 5">
            <a:hlinkClick r:id="rId5" tooltip=""/>
          </p:cNvPr>
          <p:cNvSpPr txBox="1"/>
          <p:nvPr/>
        </p:nvSpPr>
        <p:spPr>
          <a:xfrm>
            <a:off x="2147011" y="420624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All post files + captions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9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@learnwithgenn · praneet-admin.github.io/gengo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Reels</a:t>
            </a:r>
            <a:endParaRPr lang="en-US" sz="3400" dirty="0"/>
          </a:p>
        </p:txBody>
      </p:sp>
      <p:pic>
        <p:nvPicPr>
          <p:cNvPr id="3" name="Image 0" descr="/private/tmp/claude-502/-Users-pran-zsbch1641/eb3ff32b-0b81-4709-87ba-996c7757d4a1/scratchpad/deck/../promo/preview/reels2_fin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60120"/>
            <a:ext cx="8229600" cy="3108960"/>
          </a:xfrm>
          <a:prstGeom prst="rect">
            <a:avLst/>
          </a:prstGeom>
        </p:spPr>
      </p:pic>
      <p:sp>
        <p:nvSpPr>
          <p:cNvPr id="4" name="Shape 1">
            <a:hlinkClick r:id="rId2" tooltip=""/>
          </p:cNvPr>
          <p:cNvSpPr/>
          <p:nvPr/>
        </p:nvSpPr>
        <p:spPr>
          <a:xfrm>
            <a:off x="457200" y="4206240"/>
            <a:ext cx="1196035" cy="347472"/>
          </a:xfrm>
          <a:prstGeom prst="roundRect">
            <a:avLst>
              <a:gd name="adj" fmla="val 50000"/>
            </a:avLst>
          </a:prstGeom>
          <a:solidFill>
            <a:srgbClr val="23155C"/>
          </a:solidFill>
          <a:ln w="12700">
            <a:solidFill>
              <a:srgbClr val="23155C"/>
            </a:solidFill>
            <a:prstDash val="solid"/>
          </a:ln>
        </p:spPr>
      </p:sp>
      <p:sp>
        <p:nvSpPr>
          <p:cNvPr id="5" name="Text 2">
            <a:hlinkClick r:id="rId3" tooltip=""/>
          </p:cNvPr>
          <p:cNvSpPr txBox="1"/>
          <p:nvPr/>
        </p:nvSpPr>
        <p:spPr>
          <a:xfrm>
            <a:off x="457200" y="4206240"/>
            <a:ext cx="11960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Launch reel</a:t>
            </a:r>
            <a:endParaRPr lang="en-US" sz="1100" dirty="0"/>
          </a:p>
        </p:txBody>
      </p:sp>
      <p:sp>
        <p:nvSpPr>
          <p:cNvPr id="6" name="Shape 3">
            <a:hlinkClick r:id="rId4" tooltip=""/>
          </p:cNvPr>
          <p:cNvSpPr/>
          <p:nvPr/>
        </p:nvSpPr>
        <p:spPr>
          <a:xfrm>
            <a:off x="1790395" y="4206240"/>
            <a:ext cx="1481328" cy="347472"/>
          </a:xfrm>
          <a:prstGeom prst="roundRect">
            <a:avLst>
              <a:gd name="adj" fmla="val 50000"/>
            </a:avLst>
          </a:prstGeom>
          <a:solidFill>
            <a:srgbClr val="23155C"/>
          </a:solidFill>
          <a:ln w="12700">
            <a:solidFill>
              <a:srgbClr val="23155C"/>
            </a:solidFill>
            <a:prstDash val="solid"/>
          </a:ln>
        </p:spPr>
      </p:sp>
      <p:sp>
        <p:nvSpPr>
          <p:cNvPr id="7" name="Text 4">
            <a:hlinkClick r:id="rId5" tooltip=""/>
          </p:cNvPr>
          <p:cNvSpPr txBox="1"/>
          <p:nvPr/>
        </p:nvSpPr>
        <p:spPr>
          <a:xfrm>
            <a:off x="1790395" y="420624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Word of the day</a:t>
            </a:r>
            <a:endParaRPr lang="en-US" sz="1100" dirty="0"/>
          </a:p>
        </p:txBody>
      </p:sp>
      <p:sp>
        <p:nvSpPr>
          <p:cNvPr id="8" name="Shape 5">
            <a:hlinkClick r:id="rId6" tooltip=""/>
          </p:cNvPr>
          <p:cNvSpPr/>
          <p:nvPr/>
        </p:nvSpPr>
        <p:spPr>
          <a:xfrm>
            <a:off x="3408883" y="4206240"/>
            <a:ext cx="1837944" cy="347472"/>
          </a:xfrm>
          <a:prstGeom prst="roundRect">
            <a:avLst>
              <a:gd name="adj" fmla="val 50000"/>
            </a:avLst>
          </a:prstGeom>
          <a:solidFill>
            <a:srgbClr val="23155C"/>
          </a:solidFill>
          <a:ln w="12700">
            <a:solidFill>
              <a:srgbClr val="23155C"/>
            </a:solidFill>
            <a:prstDash val="solid"/>
          </a:ln>
        </p:spPr>
      </p:sp>
      <p:sp>
        <p:nvSpPr>
          <p:cNvPr id="9" name="Text 6">
            <a:hlinkClick r:id="rId7" tooltip=""/>
          </p:cNvPr>
          <p:cNvSpPr txBox="1"/>
          <p:nvPr/>
        </p:nvSpPr>
        <p:spPr>
          <a:xfrm>
            <a:off x="3408883" y="4206240"/>
            <a:ext cx="1837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Listen again, slower</a:t>
            </a:r>
            <a:endParaRPr lang="en-US" sz="1100" dirty="0"/>
          </a:p>
        </p:txBody>
      </p:sp>
      <p:sp>
        <p:nvSpPr>
          <p:cNvPr id="10" name="Shape 7">
            <a:hlinkClick r:id="rId8" tooltip=""/>
          </p:cNvPr>
          <p:cNvSpPr/>
          <p:nvPr/>
        </p:nvSpPr>
        <p:spPr>
          <a:xfrm>
            <a:off x="5383987" y="4206240"/>
            <a:ext cx="1267358" cy="347472"/>
          </a:xfrm>
          <a:prstGeom prst="roundRect">
            <a:avLst>
              <a:gd name="adj" fmla="val 50000"/>
            </a:avLst>
          </a:prstGeom>
          <a:solidFill>
            <a:srgbClr val="23155C"/>
          </a:solidFill>
          <a:ln w="12700">
            <a:solidFill>
              <a:srgbClr val="23155C"/>
            </a:solidFill>
            <a:prstDash val="solid"/>
          </a:ln>
        </p:spPr>
      </p:sp>
      <p:sp>
        <p:nvSpPr>
          <p:cNvPr id="11" name="Text 8">
            <a:hlinkClick r:id="rId9" tooltip=""/>
          </p:cNvPr>
          <p:cNvSpPr txBox="1"/>
          <p:nvPr/>
        </p:nvSpPr>
        <p:spPr>
          <a:xfrm>
            <a:off x="5383987" y="4206240"/>
            <a:ext cx="12673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Focus Sprint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@learnwithgenn · praneet-admin.github.io/gengo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Carousels</a:t>
            </a:r>
            <a:endParaRPr lang="en-US" sz="3400" dirty="0"/>
          </a:p>
        </p:txBody>
      </p:sp>
      <p:pic>
        <p:nvPicPr>
          <p:cNvPr id="3" name="Image 0" descr="/private/tmp/claude-502/-Users-pran-zsbch1641/eb3ff32b-0b81-4709-87ba-996c7757d4a1/scratchpad/deck/carousel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05840"/>
            <a:ext cx="8229600" cy="3063240"/>
          </a:xfrm>
          <a:prstGeom prst="rect">
            <a:avLst/>
          </a:prstGeom>
        </p:spPr>
      </p:pic>
      <p:sp>
        <p:nvSpPr>
          <p:cNvPr id="4" name="Shape 1">
            <a:hlinkClick r:id="rId2" tooltip=""/>
          </p:cNvPr>
          <p:cNvSpPr/>
          <p:nvPr/>
        </p:nvSpPr>
        <p:spPr>
          <a:xfrm>
            <a:off x="457200" y="4206240"/>
            <a:ext cx="2051914" cy="347472"/>
          </a:xfrm>
          <a:prstGeom prst="roundRect">
            <a:avLst>
              <a:gd name="adj" fmla="val 50000"/>
            </a:avLst>
          </a:prstGeom>
          <a:solidFill>
            <a:srgbClr val="23155C"/>
          </a:solidFill>
          <a:ln w="12700">
            <a:solidFill>
              <a:srgbClr val="23155C"/>
            </a:solidFill>
            <a:prstDash val="solid"/>
          </a:ln>
        </p:spPr>
      </p:sp>
      <p:sp>
        <p:nvSpPr>
          <p:cNvPr id="5" name="Text 2">
            <a:hlinkClick r:id="rId3" tooltip=""/>
          </p:cNvPr>
          <p:cNvSpPr txBox="1"/>
          <p:nvPr/>
        </p:nvSpPr>
        <p:spPr>
          <a:xfrm>
            <a:off x="457200" y="4206240"/>
            <a:ext cx="20519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7 words for an HR round</a:t>
            </a:r>
            <a:endParaRPr lang="en-US" sz="1100" dirty="0"/>
          </a:p>
        </p:txBody>
      </p:sp>
      <p:sp>
        <p:nvSpPr>
          <p:cNvPr id="6" name="Shape 3">
            <a:hlinkClick r:id="rId4" tooltip=""/>
          </p:cNvPr>
          <p:cNvSpPr/>
          <p:nvPr/>
        </p:nvSpPr>
        <p:spPr>
          <a:xfrm>
            <a:off x="2646274" y="4206240"/>
            <a:ext cx="2337206" cy="347472"/>
          </a:xfrm>
          <a:prstGeom prst="roundRect">
            <a:avLst>
              <a:gd name="adj" fmla="val 50000"/>
            </a:avLst>
          </a:prstGeom>
          <a:solidFill>
            <a:srgbClr val="23155C"/>
          </a:solidFill>
          <a:ln w="12700">
            <a:solidFill>
              <a:srgbClr val="23155C"/>
            </a:solidFill>
            <a:prstDash val="solid"/>
          </a:ln>
        </p:spPr>
      </p:sp>
      <p:sp>
        <p:nvSpPr>
          <p:cNvPr id="7" name="Text 4">
            <a:hlinkClick r:id="rId5" tooltip=""/>
          </p:cNvPr>
          <p:cNvSpPr txBox="1"/>
          <p:nvPr/>
        </p:nvSpPr>
        <p:spPr>
          <a:xfrm>
            <a:off x="2646274" y="4206240"/>
            <a:ext cx="23372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5 words you’re saying wrong</a:t>
            </a:r>
            <a:endParaRPr lang="en-US" sz="1100" dirty="0"/>
          </a:p>
        </p:txBody>
      </p:sp>
      <p:sp>
        <p:nvSpPr>
          <p:cNvPr id="8" name="Shape 5">
            <a:hlinkClick r:id="rId6" tooltip=""/>
          </p:cNvPr>
          <p:cNvSpPr/>
          <p:nvPr/>
        </p:nvSpPr>
        <p:spPr>
          <a:xfrm>
            <a:off x="5120640" y="4206240"/>
            <a:ext cx="1552651" cy="347472"/>
          </a:xfrm>
          <a:prstGeom prst="roundRect">
            <a:avLst>
              <a:gd name="adj" fmla="val 50000"/>
            </a:avLst>
          </a:prstGeom>
          <a:solidFill>
            <a:srgbClr val="23155C"/>
          </a:solidFill>
          <a:ln w="12700">
            <a:solidFill>
              <a:srgbClr val="23155C"/>
            </a:solidFill>
            <a:prstDash val="solid"/>
          </a:ln>
        </p:spPr>
      </p:sp>
      <p:sp>
        <p:nvSpPr>
          <p:cNvPr id="9" name="Text 6">
            <a:hlinkClick r:id="rId7" tooltip=""/>
          </p:cNvPr>
          <p:cNvSpPr txBox="1"/>
          <p:nvPr/>
        </p:nvSpPr>
        <p:spPr>
          <a:xfrm>
            <a:off x="5120640" y="4206240"/>
            <a:ext cx="155265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Gengo in 4 steps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@learnwithgenn · praneet-admin.github.io/gengo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&amp; the blog</a:t>
            </a:r>
            <a:endParaRPr lang="en-US" sz="3400" dirty="0"/>
          </a:p>
        </p:txBody>
      </p:sp>
      <p:pic>
        <p:nvPicPr>
          <p:cNvPr id="3" name="Image 0" descr="/private/tmp/claude-502/-Users-pran-zsbch1641/eb3ff32b-0b81-4709-87ba-996c7757d4a1/scratchpad/deck/pos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4754880" cy="3017520"/>
          </a:xfrm>
          <a:prstGeom prst="rect">
            <a:avLst/>
          </a:prstGeom>
        </p:spPr>
      </p:pic>
      <p:pic>
        <p:nvPicPr>
          <p:cNvPr id="4" name="Image 1" descr="/Users/pran-zsbch1641/gengo/launch/social/01-words-are-superpower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0" y="1051560"/>
            <a:ext cx="3200400" cy="180136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0" y="292608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Medium: “Meet Gengo: Turn One New Word Into a Superpower” (draft, publishing next)</a:t>
            </a:r>
            <a:endParaRPr lang="en-US" sz="1200" dirty="0"/>
          </a:p>
        </p:txBody>
      </p:sp>
      <p:sp>
        <p:nvSpPr>
          <p:cNvPr id="6" name="Shape 2">
            <a:hlinkClick r:id="rId3" tooltip=""/>
          </p:cNvPr>
          <p:cNvSpPr/>
          <p:nvPr/>
        </p:nvSpPr>
        <p:spPr>
          <a:xfrm>
            <a:off x="457200" y="4206240"/>
            <a:ext cx="1338682" cy="347472"/>
          </a:xfrm>
          <a:prstGeom prst="roundRect">
            <a:avLst>
              <a:gd name="adj" fmla="val 50000"/>
            </a:avLst>
          </a:prstGeom>
          <a:solidFill>
            <a:srgbClr val="23155C"/>
          </a:solidFill>
          <a:ln w="12700">
            <a:solidFill>
              <a:srgbClr val="23155C"/>
            </a:solidFill>
            <a:prstDash val="solid"/>
          </a:ln>
        </p:spPr>
      </p:sp>
      <p:sp>
        <p:nvSpPr>
          <p:cNvPr id="7" name="Text 3">
            <a:hlinkClick r:id="rId4" tooltip=""/>
          </p:cNvPr>
          <p:cNvSpPr txBox="1"/>
          <p:nvPr/>
        </p:nvSpPr>
        <p:spPr>
          <a:xfrm>
            <a:off x="457200" y="4206240"/>
            <a:ext cx="133868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Meet Gen post</a:t>
            </a:r>
            <a:endParaRPr lang="en-US" sz="1100" dirty="0"/>
          </a:p>
        </p:txBody>
      </p:sp>
      <p:sp>
        <p:nvSpPr>
          <p:cNvPr id="8" name="Shape 4">
            <a:hlinkClick r:id="rId5" tooltip=""/>
          </p:cNvPr>
          <p:cNvSpPr/>
          <p:nvPr/>
        </p:nvSpPr>
        <p:spPr>
          <a:xfrm>
            <a:off x="1933042" y="4206240"/>
            <a:ext cx="1267358" cy="347472"/>
          </a:xfrm>
          <a:prstGeom prst="roundRect">
            <a:avLst>
              <a:gd name="adj" fmla="val 50000"/>
            </a:avLst>
          </a:prstGeom>
          <a:solidFill>
            <a:srgbClr val="23155C"/>
          </a:solidFill>
          <a:ln w="12700">
            <a:solidFill>
              <a:srgbClr val="23155C"/>
            </a:solidFill>
            <a:prstDash val="solid"/>
          </a:ln>
        </p:spPr>
      </p:sp>
      <p:sp>
        <p:nvSpPr>
          <p:cNvPr id="9" name="Text 5">
            <a:hlinkClick r:id="rId6" tooltip=""/>
          </p:cNvPr>
          <p:cNvSpPr txBox="1"/>
          <p:nvPr/>
        </p:nvSpPr>
        <p:spPr>
          <a:xfrm>
            <a:off x="1933042" y="4206240"/>
            <a:ext cx="12673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Medium draft</a:t>
            </a:r>
            <a:endParaRPr lang="en-US" sz="1100" dirty="0"/>
          </a:p>
        </p:txBody>
      </p:sp>
      <p:sp>
        <p:nvSpPr>
          <p:cNvPr id="10" name="Shape 6">
            <a:hlinkClick r:id="rId7" tooltip=""/>
          </p:cNvPr>
          <p:cNvSpPr/>
          <p:nvPr/>
        </p:nvSpPr>
        <p:spPr>
          <a:xfrm>
            <a:off x="3337560" y="4206240"/>
            <a:ext cx="1053389" cy="347472"/>
          </a:xfrm>
          <a:prstGeom prst="roundRect">
            <a:avLst>
              <a:gd name="adj" fmla="val 50000"/>
            </a:avLst>
          </a:prstGeom>
          <a:solidFill>
            <a:srgbClr val="23155C"/>
          </a:solidFill>
          <a:ln w="12700">
            <a:solidFill>
              <a:srgbClr val="23155C"/>
            </a:solidFill>
            <a:prstDash val="solid"/>
          </a:ln>
        </p:spPr>
      </p:sp>
      <p:sp>
        <p:nvSpPr>
          <p:cNvPr id="11" name="Text 7">
            <a:hlinkClick r:id="rId8" tooltip=""/>
          </p:cNvPr>
          <p:cNvSpPr txBox="1"/>
          <p:nvPr/>
        </p:nvSpPr>
        <p:spPr>
          <a:xfrm>
            <a:off x="3337560" y="4206240"/>
            <a:ext cx="105338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Blog text</a:t>
            </a:r>
            <a:endParaRPr lang="en-US" sz="1100" dirty="0"/>
          </a:p>
        </p:txBody>
      </p:sp>
      <p:sp>
        <p:nvSpPr>
          <p:cNvPr id="12" name="Shape 8">
            <a:hlinkClick r:id="rId9" tooltip=""/>
          </p:cNvPr>
          <p:cNvSpPr/>
          <p:nvPr/>
        </p:nvSpPr>
        <p:spPr>
          <a:xfrm>
            <a:off x="4528109" y="4206240"/>
            <a:ext cx="1481328" cy="347472"/>
          </a:xfrm>
          <a:prstGeom prst="roundRect">
            <a:avLst>
              <a:gd name="adj" fmla="val 50000"/>
            </a:avLst>
          </a:prstGeom>
          <a:solidFill>
            <a:srgbClr val="23155C"/>
          </a:solidFill>
          <a:ln w="12700">
            <a:solidFill>
              <a:srgbClr val="23155C"/>
            </a:solidFill>
            <a:prstDash val="solid"/>
          </a:ln>
        </p:spPr>
      </p:sp>
      <p:sp>
        <p:nvSpPr>
          <p:cNvPr id="13" name="Text 9">
            <a:hlinkClick r:id="rId10" tooltip=""/>
          </p:cNvPr>
          <p:cNvSpPr txBox="1"/>
          <p:nvPr/>
        </p:nvSpPr>
        <p:spPr>
          <a:xfrm>
            <a:off x="4528109" y="420624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Campaign images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@learnwithgenn · praneet-admin.github.io/gengo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brand</a:t>
            </a:r>
            <a:endParaRPr lang="en-US" sz="3400" dirty="0"/>
          </a:p>
        </p:txBody>
      </p:sp>
      <p:pic>
        <p:nvPicPr>
          <p:cNvPr id="3" name="Image 0" descr="/Users/pran-zsbch1641/gengo/assets/bunny-10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2743200" cy="2743200"/>
          </a:xfrm>
          <a:prstGeom prst="rect">
            <a:avLst/>
          </a:prstGeom>
        </p:spPr>
      </p:pic>
      <p:pic>
        <p:nvPicPr>
          <p:cNvPr id="4" name="Image 1" descr="/Users/pran-zsbch1641/gengo/launch/social/03-young-adult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749040" y="1051560"/>
            <a:ext cx="4937760" cy="277977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3703320"/>
            <a:ext cx="502920" cy="320040"/>
          </a:xfrm>
          <a:prstGeom prst="roundRect">
            <a:avLst>
              <a:gd name="adj" fmla="val 28571"/>
            </a:avLst>
          </a:prstGeom>
          <a:solidFill>
            <a:srgbClr val="23155C"/>
          </a:solidFill>
          <a:ln w="12700">
            <a:solidFill>
              <a:srgbClr val="23155C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1024128" y="3703320"/>
            <a:ext cx="502920" cy="320040"/>
          </a:xfrm>
          <a:prstGeom prst="roundRect">
            <a:avLst>
              <a:gd name="adj" fmla="val 28571"/>
            </a:avLst>
          </a:prstGeom>
          <a:solidFill>
            <a:srgbClr val="5330D6"/>
          </a:solidFill>
          <a:ln w="12700">
            <a:solidFill>
              <a:srgbClr val="5330D6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1591056" y="3703320"/>
            <a:ext cx="502920" cy="320040"/>
          </a:xfrm>
          <a:prstGeom prst="roundRect">
            <a:avLst>
              <a:gd name="adj" fmla="val 28571"/>
            </a:avLst>
          </a:prstGeom>
          <a:solidFill>
            <a:srgbClr val="FFD233"/>
          </a:solidFill>
          <a:ln w="12700">
            <a:solidFill>
              <a:srgbClr val="FFD233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2157984" y="3703320"/>
            <a:ext cx="502920" cy="320040"/>
          </a:xfrm>
          <a:prstGeom prst="roundRect">
            <a:avLst>
              <a:gd name="adj" fmla="val 28571"/>
            </a:avLst>
          </a:prstGeom>
          <a:solidFill>
            <a:srgbClr val="2FE3A5"/>
          </a:solidFill>
          <a:ln w="12700">
            <a:solidFill>
              <a:srgbClr val="2FE3A5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2724912" y="3703320"/>
            <a:ext cx="502920" cy="320040"/>
          </a:xfrm>
          <a:prstGeom prst="roundRect">
            <a:avLst>
              <a:gd name="adj" fmla="val 28571"/>
            </a:avLst>
          </a:prstGeom>
          <a:solidFill>
            <a:srgbClr val="FF78AA"/>
          </a:solidFill>
          <a:ln w="12700">
            <a:solidFill>
              <a:srgbClr val="FF78AA"/>
            </a:solidFill>
            <a:prstDash val="solid"/>
          </a:ln>
        </p:spPr>
      </p:sp>
      <p:sp>
        <p:nvSpPr>
          <p:cNvPr id="10" name="Shape 6">
            <a:hlinkClick r:id="rId3" tooltip=""/>
          </p:cNvPr>
          <p:cNvSpPr/>
          <p:nvPr/>
        </p:nvSpPr>
        <p:spPr>
          <a:xfrm>
            <a:off x="457200" y="4206240"/>
            <a:ext cx="1766621" cy="347472"/>
          </a:xfrm>
          <a:prstGeom prst="roundRect">
            <a:avLst>
              <a:gd name="adj" fmla="val 50000"/>
            </a:avLst>
          </a:prstGeom>
          <a:solidFill>
            <a:srgbClr val="23155C"/>
          </a:solidFill>
          <a:ln w="12700">
            <a:solidFill>
              <a:srgbClr val="23155C"/>
            </a:solidFill>
            <a:prstDash val="solid"/>
          </a:ln>
        </p:spPr>
      </p:sp>
      <p:sp>
        <p:nvSpPr>
          <p:cNvPr id="11" name="Text 7">
            <a:hlinkClick r:id="rId4" tooltip=""/>
          </p:cNvPr>
          <p:cNvSpPr txBox="1"/>
          <p:nvPr/>
        </p:nvSpPr>
        <p:spPr>
          <a:xfrm>
            <a:off x="457200" y="4206240"/>
            <a:ext cx="17666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Gen artwork + icons</a:t>
            </a:r>
            <a:endParaRPr lang="en-US" sz="1100" dirty="0"/>
          </a:p>
        </p:txBody>
      </p:sp>
      <p:sp>
        <p:nvSpPr>
          <p:cNvPr id="12" name="Shape 8">
            <a:hlinkClick r:id="rId5" tooltip=""/>
          </p:cNvPr>
          <p:cNvSpPr/>
          <p:nvPr/>
        </p:nvSpPr>
        <p:spPr>
          <a:xfrm>
            <a:off x="2360981" y="4206240"/>
            <a:ext cx="2907792" cy="347472"/>
          </a:xfrm>
          <a:prstGeom prst="roundRect">
            <a:avLst>
              <a:gd name="adj" fmla="val 50000"/>
            </a:avLst>
          </a:prstGeom>
          <a:solidFill>
            <a:srgbClr val="23155C"/>
          </a:solidFill>
          <a:ln w="12700">
            <a:solidFill>
              <a:srgbClr val="23155C"/>
            </a:solidFill>
            <a:prstDash val="solid"/>
          </a:ln>
        </p:spPr>
      </p:sp>
      <p:sp>
        <p:nvSpPr>
          <p:cNvPr id="13" name="Text 9">
            <a:hlinkClick r:id="rId6" tooltip=""/>
          </p:cNvPr>
          <p:cNvSpPr txBox="1"/>
          <p:nvPr/>
        </p:nvSpPr>
        <p:spPr>
          <a:xfrm>
            <a:off x="2360981" y="4206240"/>
            <a:ext cx="2907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Design assets (logo, flyer, banner)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@learnwithgenn · praneet-admin.github.io/gengo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315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30 days means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2103120"/>
          </a:xfrm>
          <a:prstGeom prst="roundRect">
            <a:avLst>
              <a:gd name="adj" fmla="val 6522"/>
            </a:avLst>
          </a:prstGeom>
          <a:solidFill>
            <a:srgbClr val="2E1F7A"/>
          </a:solidFill>
          <a:ln w="12700">
            <a:solidFill>
              <a:srgbClr val="2E1F7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D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4688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shares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46120" y="1097280"/>
            <a:ext cx="2651760" cy="2103120"/>
          </a:xfrm>
          <a:prstGeom prst="roundRect">
            <a:avLst>
              <a:gd name="adj" fmla="val 6522"/>
            </a:avLst>
          </a:prstGeom>
          <a:solidFill>
            <a:srgbClr val="2E1F7A"/>
          </a:solidFill>
          <a:ln w="12700">
            <a:solidFill>
              <a:srgbClr val="2E1F7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46120" y="118872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D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200" dirty="0"/>
          </a:p>
        </p:txBody>
      </p:sp>
      <p:sp>
        <p:nvSpPr>
          <p:cNvPr id="8" name="Text 6"/>
          <p:cNvSpPr txBox="1"/>
          <p:nvPr/>
        </p:nvSpPr>
        <p:spPr>
          <a:xfrm>
            <a:off x="3246120" y="24688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issues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035040" y="1097280"/>
            <a:ext cx="2651760" cy="2103120"/>
          </a:xfrm>
          <a:prstGeom prst="roundRect">
            <a:avLst>
              <a:gd name="adj" fmla="val 6522"/>
            </a:avLst>
          </a:prstGeom>
          <a:solidFill>
            <a:srgbClr val="2E1F7A"/>
          </a:solidFill>
          <a:ln w="12700">
            <a:solidFill>
              <a:srgbClr val="2E1F7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18872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D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4688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reply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6C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link in bio · publish Medium · one Reel a day</a:t>
            </a:r>
            <a:endParaRPr lang="en-US" sz="1800" dirty="0"/>
          </a:p>
        </p:txBody>
      </p:sp>
      <p:sp>
        <p:nvSpPr>
          <p:cNvPr id="13" name="Shape 11">
            <a:hlinkClick r:id="rId1" tooltip=""/>
          </p:cNvPr>
          <p:cNvSpPr/>
          <p:nvPr/>
        </p:nvSpPr>
        <p:spPr>
          <a:xfrm>
            <a:off x="457200" y="4206240"/>
            <a:ext cx="1267358" cy="347472"/>
          </a:xfrm>
          <a:prstGeom prst="roundRect">
            <a:avLst>
              <a:gd name="adj" fmla="val 50000"/>
            </a:avLst>
          </a:prstGeom>
          <a:solidFill>
            <a:srgbClr val="FFD233"/>
          </a:solidFill>
          <a:ln w="12700">
            <a:solidFill>
              <a:srgbClr val="FFD233"/>
            </a:solidFill>
            <a:prstDash val="solid"/>
          </a:ln>
        </p:spPr>
      </p:sp>
      <p:sp>
        <p:nvSpPr>
          <p:cNvPr id="14" name="Text 12">
            <a:hlinkClick r:id="rId2" tooltip=""/>
          </p:cNvPr>
          <p:cNvSpPr txBox="1"/>
          <p:nvPr/>
        </p:nvSpPr>
        <p:spPr>
          <a:xfrm>
            <a:off x="457200" y="4206240"/>
            <a:ext cx="12673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Open the app</a:t>
            </a:r>
            <a:endParaRPr lang="en-US" sz="1100" dirty="0"/>
          </a:p>
        </p:txBody>
      </p:sp>
      <p:sp>
        <p:nvSpPr>
          <p:cNvPr id="15" name="Shape 13">
            <a:hlinkClick r:id="rId3" tooltip=""/>
          </p:cNvPr>
          <p:cNvSpPr/>
          <p:nvPr/>
        </p:nvSpPr>
        <p:spPr>
          <a:xfrm>
            <a:off x="1861718" y="4206240"/>
            <a:ext cx="1053389" cy="347472"/>
          </a:xfrm>
          <a:prstGeom prst="roundRect">
            <a:avLst>
              <a:gd name="adj" fmla="val 50000"/>
            </a:avLst>
          </a:prstGeom>
          <a:solidFill>
            <a:srgbClr val="FFD233"/>
          </a:solidFill>
          <a:ln w="12700">
            <a:solidFill>
              <a:srgbClr val="FFD233"/>
            </a:solidFill>
            <a:prstDash val="solid"/>
          </a:ln>
        </p:spPr>
      </p:sp>
      <p:sp>
        <p:nvSpPr>
          <p:cNvPr id="16" name="Text 14">
            <a:hlinkClick r:id="rId4" tooltip=""/>
          </p:cNvPr>
          <p:cNvSpPr txBox="1"/>
          <p:nvPr/>
        </p:nvSpPr>
        <p:spPr>
          <a:xfrm>
            <a:off x="1861718" y="4206240"/>
            <a:ext cx="105338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Instagram</a:t>
            </a:r>
            <a:endParaRPr lang="en-US" sz="1100" dirty="0"/>
          </a:p>
        </p:txBody>
      </p:sp>
      <p:sp>
        <p:nvSpPr>
          <p:cNvPr id="17" name="Shape 15">
            <a:hlinkClick r:id="rId5" tooltip=""/>
          </p:cNvPr>
          <p:cNvSpPr/>
          <p:nvPr/>
        </p:nvSpPr>
        <p:spPr>
          <a:xfrm>
            <a:off x="3052267" y="4206240"/>
            <a:ext cx="839419" cy="347472"/>
          </a:xfrm>
          <a:prstGeom prst="roundRect">
            <a:avLst>
              <a:gd name="adj" fmla="val 50000"/>
            </a:avLst>
          </a:prstGeom>
          <a:solidFill>
            <a:srgbClr val="FFD233"/>
          </a:solidFill>
          <a:ln w="12700">
            <a:solidFill>
              <a:srgbClr val="FFD233"/>
            </a:solidFill>
            <a:prstDash val="solid"/>
          </a:ln>
        </p:spPr>
      </p:sp>
      <p:sp>
        <p:nvSpPr>
          <p:cNvPr id="18" name="Text 16">
            <a:hlinkClick r:id="rId6" tooltip=""/>
          </p:cNvPr>
          <p:cNvSpPr txBox="1"/>
          <p:nvPr/>
        </p:nvSpPr>
        <p:spPr>
          <a:xfrm>
            <a:off x="3052267" y="4206240"/>
            <a:ext cx="8394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GitHub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9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@learnwithgenn · praneet-admin.github.io/gengo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Gengo — marketing at a glance</dc:title>
  <dc:subject>PptxGenJS Presentation</dc:subject>
  <dc:creator>PptxGenJS</dc:creator>
  <cp:lastModifiedBy>PptxGenJS</cp:lastModifiedBy>
  <cp:revision>1</cp:revision>
  <dcterms:created xsi:type="dcterms:W3CDTF">2026-09-28T06:08:57Z</dcterms:created>
  <dcterms:modified xsi:type="dcterms:W3CDTF">2026-09-28T06:08:57Z</dcterms:modified>
</cp:coreProperties>
</file>