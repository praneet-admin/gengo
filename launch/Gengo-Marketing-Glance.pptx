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raneet-admin.github.io/gengo/" TargetMode="External"/><Relationship Id="rId3" Type="http://schemas.openxmlformats.org/officeDocument/2006/relationships/hyperlink" Target="https://praneet-admin.github.io/gengo/" TargetMode="External"/><Relationship Id="rId4" Type="http://schemas.openxmlformats.org/officeDocument/2006/relationships/hyperlink" Target="https://github.com/praneet-admin/gengo" TargetMode="External"/><Relationship Id="rId5" Type="http://schemas.openxmlformats.org/officeDocument/2006/relationships/hyperlink" Target="https://github.com/praneet-admin/gengo" TargetMode="External"/><Relationship Id="rId1" Type="http://schemas.openxmlformats.org/officeDocument/2006/relationships/image" Target="../media/image-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raneet-admin/gengo/blob/main/LAUNCH.md" TargetMode="External"/><Relationship Id="rId2" Type="http://schemas.openxmlformats.org/officeDocument/2006/relationships/hyperlink" Target="https://github.com/praneet-admin/gengo/blob/main/LAUNCH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hyperlink" Target="https://praneet-admin.github.io/gengo/" TargetMode="External"/><Relationship Id="rId6" Type="http://schemas.openxmlformats.org/officeDocument/2006/relationships/hyperlink" Target="https://praneet-admin.github.io/gengo/" TargetMode="External"/><Relationship Id="rId7" Type="http://schemas.openxmlformats.org/officeDocument/2006/relationships/hyperlink" Target="https://github.com/praneet-admin/gengo/blob/main/GUIDE.md" TargetMode="External"/><Relationship Id="rId8" Type="http://schemas.openxmlformats.org/officeDocument/2006/relationships/hyperlink" Target="https://github.com/praneet-admin/gengo/blob/main/GUIDE.md" TargetMode="External"/><Relationship Id="rId9" Type="http://schemas.openxmlformats.org/officeDocument/2006/relationships/hyperlink" Target="https://github.com/praneet-admin/gengo/blob/main/UI-UX.md" TargetMode="External"/><Relationship Id="rId10" Type="http://schemas.openxmlformats.org/officeDocument/2006/relationships/hyperlink" Target="https://github.com/praneet-admin/gengo/blob/main/UI-UX.md" TargetMode="External"/><Relationship Id="rId11" Type="http://schemas.openxmlformats.org/officeDocument/2006/relationships/hyperlink" Target="https://github.com/praneet-admin/gengo/blob/main/README.md" TargetMode="External"/><Relationship Id="rId12" Type="http://schemas.openxmlformats.org/officeDocument/2006/relationships/hyperlink" Target="https://github.com/praneet-admin/gengo/blob/main/README.md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raneet-admin/gengo/blob/main/LAUNCH.md" TargetMode="External"/><Relationship Id="rId2" Type="http://schemas.openxmlformats.org/officeDocument/2006/relationships/hyperlink" Target="https://github.com/praneet-admin/gengo/blob/main/LAUNCH.md" TargetMode="External"/><Relationship Id="rId3" Type="http://schemas.openxmlformats.org/officeDocument/2006/relationships/hyperlink" Target="https://github.com/praneet-admin/gengo/blob/main/launch/posts.md" TargetMode="External"/><Relationship Id="rId4" Type="http://schemas.openxmlformats.org/officeDocument/2006/relationships/hyperlink" Target="https://github.com/praneet-admin/gengo/blob/main/launch/posts.md" TargetMode="External"/><Relationship Id="rId5" Type="http://schemas.openxmlformats.org/officeDocument/2006/relationships/hyperlink" Target="https://github.com/praneet-admin/gengo/blob/main/SUPPORT.md" TargetMode="External"/><Relationship Id="rId6" Type="http://schemas.openxmlformats.org/officeDocument/2006/relationships/hyperlink" Target="https://github.com/praneet-admin/gengo/blob/main/SUPPORT.md" TargetMode="External"/><Relationship Id="rId7" Type="http://schemas.openxmlformats.org/officeDocument/2006/relationships/hyperlink" Target="https://github.com/praneet-admin/gengo/issues/new/choose" TargetMode="External"/><Relationship Id="rId8" Type="http://schemas.openxmlformats.org/officeDocument/2006/relationships/hyperlink" Target="https://github.com/praneet-admin/gengo/issues/new/choose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neet-admin/gengo/blob/main/assets/og-image.png" TargetMode="External"/><Relationship Id="rId3" Type="http://schemas.openxmlformats.org/officeDocument/2006/relationships/hyperlink" Target="https://github.com/praneet-admin/gengo/blob/main/assets/og-image.png" TargetMode="External"/><Relationship Id="rId4" Type="http://schemas.openxmlformats.org/officeDocument/2006/relationships/hyperlink" Target="https://github.com/praneet-admin/gengo/blob/main/launch/posts.md" TargetMode="External"/><Relationship Id="rId5" Type="http://schemas.openxmlformats.org/officeDocument/2006/relationships/hyperlink" Target="https://github.com/praneet-admin/gengo/blob/main/launch/posts.md" TargetMode="External"/><Relationship Id="rId6" Type="http://schemas.openxmlformats.org/officeDocument/2006/relationships/hyperlink" Target="https://praneet-admin.github.io/gengo/" TargetMode="External"/><Relationship Id="rId7" Type="http://schemas.openxmlformats.org/officeDocument/2006/relationships/hyperlink" Target="https://praneet-admin.github.io/gengo/" TargetMode="External"/><Relationship Id="rId1" Type="http://schemas.openxmlformats.org/officeDocument/2006/relationships/image" Target="../media/image-5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raneet-admin.github.io/gengo/docs/gengo-promo.mp4" TargetMode="External"/><Relationship Id="rId3" Type="http://schemas.openxmlformats.org/officeDocument/2006/relationships/hyperlink" Target="https://praneet-admin.github.io/gengo/docs/gengo-promo.mp4" TargetMode="External"/><Relationship Id="rId4" Type="http://schemas.openxmlformats.org/officeDocument/2006/relationships/hyperlink" Target="https://github.com/praneet-admin/gengo/blob/main/docs/gengo-promo.mp4" TargetMode="External"/><Relationship Id="rId5" Type="http://schemas.openxmlformats.org/officeDocument/2006/relationships/hyperlink" Target="https://github.com/praneet-admin/gengo/blob/main/docs/gengo-promo.mp4" TargetMode="External"/><Relationship Id="rId1" Type="http://schemas.openxmlformats.org/officeDocument/2006/relationships/image" Target="../media/image-6-1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learnwithgenn/" TargetMode="External"/><Relationship Id="rId3" Type="http://schemas.openxmlformats.org/officeDocument/2006/relationships/hyperlink" Target="https://www.instagram.com/learnwithgenn/" TargetMode="External"/><Relationship Id="rId4" Type="http://schemas.openxmlformats.org/officeDocument/2006/relationships/hyperlink" Target="https://github.com/praneet-admin/gengo/blob/main/launch/instagram" TargetMode="External"/><Relationship Id="rId5" Type="http://schemas.openxmlformats.org/officeDocument/2006/relationships/hyperlink" Target="https://github.com/praneet-admin/gengo/blob/main/launch/instagram" TargetMode="External"/><Relationship Id="rId1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learnwithgenn/reel/Dd0UvkggvyR/" TargetMode="External"/><Relationship Id="rId3" Type="http://schemas.openxmlformats.org/officeDocument/2006/relationships/hyperlink" Target="https://www.instagram.com/learnwithgenn/reel/Dd0UvkggvyR/" TargetMode="External"/><Relationship Id="rId4" Type="http://schemas.openxmlformats.org/officeDocument/2006/relationships/hyperlink" Target="https://www.instagram.com/learnwithgenn/reel/Dd0XQBnAdl1/" TargetMode="External"/><Relationship Id="rId5" Type="http://schemas.openxmlformats.org/officeDocument/2006/relationships/hyperlink" Target="https://www.instagram.com/learnwithgenn/reel/Dd0XQBnAdl1/" TargetMode="External"/><Relationship Id="rId6" Type="http://schemas.openxmlformats.org/officeDocument/2006/relationships/hyperlink" Target="https://www.instagram.com/learnwithgenn/reel/Dd0Yh_QAotL/" TargetMode="External"/><Relationship Id="rId7" Type="http://schemas.openxmlformats.org/officeDocument/2006/relationships/hyperlink" Target="https://www.instagram.com/learnwithgenn/reel/Dd0Yh_QAotL/" TargetMode="External"/><Relationship Id="rId8" Type="http://schemas.openxmlformats.org/officeDocument/2006/relationships/hyperlink" Target="https://www.instagram.com/learnwithgenn/reel/Dd0aO7iAPvA/" TargetMode="External"/><Relationship Id="rId9" Type="http://schemas.openxmlformats.org/officeDocument/2006/relationships/hyperlink" Target="https://www.instagram.com/learnwithgenn/reel/Dd0aO7iAPvA/" TargetMode="External"/><Relationship Id="rId1" Type="http://schemas.openxmlformats.org/officeDocument/2006/relationships/image" Target="../media/image-8-1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p/Dd0VMfEI4MC/" TargetMode="External"/><Relationship Id="rId3" Type="http://schemas.openxmlformats.org/officeDocument/2006/relationships/hyperlink" Target="https://www.instagram.com/p/Dd0VMfEI4MC/" TargetMode="External"/><Relationship Id="rId4" Type="http://schemas.openxmlformats.org/officeDocument/2006/relationships/hyperlink" Target="https://www.instagram.com/p/Dd0XzevI1pW/" TargetMode="External"/><Relationship Id="rId5" Type="http://schemas.openxmlformats.org/officeDocument/2006/relationships/hyperlink" Target="https://www.instagram.com/p/Dd0XzevI1pW/" TargetMode="External"/><Relationship Id="rId6" Type="http://schemas.openxmlformats.org/officeDocument/2006/relationships/hyperlink" Target="https://www.instagram.com/p/Dd0Y5Smo1ox/" TargetMode="External"/><Relationship Id="rId7" Type="http://schemas.openxmlformats.org/officeDocument/2006/relationships/hyperlink" Target="https://www.instagram.com/p/Dd0Y5Smo1ox/" TargetMode="External"/><Relationship Id="rId1" Type="http://schemas.openxmlformats.org/officeDocument/2006/relationships/image" Target="../media/image-9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p/Dd0WrMSI7Ee/" TargetMode="External"/><Relationship Id="rId4" Type="http://schemas.openxmlformats.org/officeDocument/2006/relationships/hyperlink" Target="https://www.instagram.com/p/Dd0WrMSI7Ee/" TargetMode="External"/><Relationship Id="rId5" Type="http://schemas.openxmlformats.org/officeDocument/2006/relationships/hyperlink" Target="https://medium.com/p/c2ae3d4c46ff/edit" TargetMode="External"/><Relationship Id="rId6" Type="http://schemas.openxmlformats.org/officeDocument/2006/relationships/hyperlink" Target="https://medium.com/p/c2ae3d4c46ff/edit" TargetMode="External"/><Relationship Id="rId7" Type="http://schemas.openxmlformats.org/officeDocument/2006/relationships/hyperlink" Target="https://github.com/praneet-admin/gengo/blob/main/launch/medium-post.md" TargetMode="External"/><Relationship Id="rId8" Type="http://schemas.openxmlformats.org/officeDocument/2006/relationships/hyperlink" Target="https://github.com/praneet-admin/gengo/blob/main/launch/medium-post.md" TargetMode="External"/><Relationship Id="rId9" Type="http://schemas.openxmlformats.org/officeDocument/2006/relationships/hyperlink" Target="https://github.com/praneet-admin/gengo/blob/main/launch/social" TargetMode="External"/><Relationship Id="rId10" Type="http://schemas.openxmlformats.org/officeDocument/2006/relationships/hyperlink" Target="https://github.com/praneet-admin/gengo/blob/main/launch/social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neet-admin/gengo/blob/main/assets" TargetMode="External"/><Relationship Id="rId4" Type="http://schemas.openxmlformats.org/officeDocument/2006/relationships/hyperlink" Target="https://github.com/praneet-admin/gengo/blob/main/assets" TargetMode="External"/><Relationship Id="rId5" Type="http://schemas.openxmlformats.org/officeDocument/2006/relationships/hyperlink" Target="https://github.com/praneet-admin/gengo/blob/main/launch/social/CAMPAIGN.md" TargetMode="External"/><Relationship Id="rId6" Type="http://schemas.openxmlformats.org/officeDocument/2006/relationships/hyperlink" Target="https://github.com/praneet-admin/gengo/blob/main/launch/social/CAMPAIGN.md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praneet-admin.github.io/gengo/" TargetMode="External"/><Relationship Id="rId2" Type="http://schemas.openxmlformats.org/officeDocument/2006/relationships/hyperlink" Target="https://praneet-admin.github.io/gengo/" TargetMode="External"/><Relationship Id="rId3" Type="http://schemas.openxmlformats.org/officeDocument/2006/relationships/hyperlink" Target="https://www.instagram.com/learnwithgenn/" TargetMode="External"/><Relationship Id="rId4" Type="http://schemas.openxmlformats.org/officeDocument/2006/relationships/hyperlink" Target="https://www.instagram.com/learnwithgenn/" TargetMode="External"/><Relationship Id="rId5" Type="http://schemas.openxmlformats.org/officeDocument/2006/relationships/hyperlink" Target="https://github.com/praneet-admin/gengo" TargetMode="External"/><Relationship Id="rId6" Type="http://schemas.openxmlformats.org/officeDocument/2006/relationships/hyperlink" Target="https://github.com/praneet-admin/gengo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n-zsbch1641/gengo/assets/bunny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64008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097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Gengo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D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we made, with links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account · budget ₹0</a:t>
            </a:r>
            <a:endParaRPr lang="en-US" sz="1600" dirty="0"/>
          </a:p>
        </p:txBody>
      </p:sp>
      <p:sp>
        <p:nvSpPr>
          <p:cNvPr id="6" name="Shape 3">
            <a:hlinkClick r:id="rId2" tooltip=""/>
          </p:cNvPr>
          <p:cNvSpPr/>
          <p:nvPr/>
        </p:nvSpPr>
        <p:spPr>
          <a:xfrm>
            <a:off x="457200" y="4114800"/>
            <a:ext cx="155813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>
            <a:hlinkClick r:id="rId3" tooltip=""/>
          </p:cNvPr>
          <p:cNvSpPr txBox="1"/>
          <p:nvPr/>
        </p:nvSpPr>
        <p:spPr>
          <a:xfrm>
            <a:off x="457200" y="4114800"/>
            <a:ext cx="1558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app</a:t>
            </a:r>
            <a:endParaRPr lang="en-US" sz="1100" dirty="0"/>
          </a:p>
        </p:txBody>
      </p:sp>
      <p:sp>
        <p:nvSpPr>
          <p:cNvPr id="8" name="Shape 5">
            <a:hlinkClick r:id="rId4" tooltip=""/>
          </p:cNvPr>
          <p:cNvSpPr/>
          <p:nvPr/>
        </p:nvSpPr>
        <p:spPr>
          <a:xfrm>
            <a:off x="2152498" y="4114800"/>
            <a:ext cx="1474013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>
            <a:hlinkClick r:id="rId5" tooltip=""/>
          </p:cNvPr>
          <p:cNvSpPr txBox="1"/>
          <p:nvPr/>
        </p:nvSpPr>
        <p:spPr>
          <a:xfrm>
            <a:off x="2152498" y="4114800"/>
            <a:ext cx="14740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look up a word.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nod.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Friday, it’s gone.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D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Gengo fixes that.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final-year students prepping for placements</a:t>
            </a:r>
            <a:endParaRPr lang="en-US" sz="1600" dirty="0"/>
          </a:p>
        </p:txBody>
      </p:sp>
      <p:sp>
        <p:nvSpPr>
          <p:cNvPr id="5" name="Shape 3">
            <a:hlinkClick r:id="rId1" tooltip=""/>
          </p:cNvPr>
          <p:cNvSpPr/>
          <p:nvPr/>
        </p:nvSpPr>
        <p:spPr>
          <a:xfrm>
            <a:off x="457200" y="4069080"/>
            <a:ext cx="2735885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>
            <a:hlinkClick r:id="rId2" tooltip=""/>
          </p:cNvPr>
          <p:cNvSpPr txBox="1"/>
          <p:nvPr/>
        </p:nvSpPr>
        <p:spPr>
          <a:xfrm>
            <a:off x="457200" y="4069080"/>
            <a:ext cx="27358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 note: who it is for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@learnwithgenn · praneet-admin.github.io/gengo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</a:t>
            </a:r>
            <a:endParaRPr lang="en-US" sz="3000" dirty="0"/>
          </a:p>
        </p:txBody>
      </p:sp>
      <p:pic>
        <p:nvPicPr>
          <p:cNvPr id="3" name="Image 0" descr="/Users/pran-zsbch1641/gengo/docs/screenshots/phone-lear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005840"/>
            <a:ext cx="1371600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it up</a:t>
            </a:r>
            <a:endParaRPr lang="en-US" sz="1600" dirty="0"/>
          </a:p>
        </p:txBody>
      </p:sp>
      <p:pic>
        <p:nvPicPr>
          <p:cNvPr id="5" name="Image 1" descr="/Users/pran-zsbch1641/gengo/docs/screenshots/phone-quiz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80360" y="1005840"/>
            <a:ext cx="1371600" cy="2377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quizzed</a:t>
            </a:r>
            <a:endParaRPr lang="en-US" sz="1600" dirty="0"/>
          </a:p>
        </p:txBody>
      </p:sp>
      <p:pic>
        <p:nvPicPr>
          <p:cNvPr id="7" name="Image 2" descr="/Users/pran-zsbch1641/gengo/docs/screenshots/phone-focu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983480" y="1005840"/>
            <a:ext cx="1371600" cy="23774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Sprint</a:t>
            </a:r>
            <a:endParaRPr lang="en-US" sz="1600" dirty="0"/>
          </a:p>
        </p:txBody>
      </p:sp>
      <p:pic>
        <p:nvPicPr>
          <p:cNvPr id="9" name="Image 3" descr="/Users/pran-zsbch1641/gengo/docs/screenshots/phone-word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086600" y="1005840"/>
            <a:ext cx="1371600" cy="23774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streak</a:t>
            </a:r>
            <a:endParaRPr lang="en-US" sz="1600" dirty="0"/>
          </a:p>
        </p:txBody>
      </p:sp>
      <p:sp>
        <p:nvSpPr>
          <p:cNvPr id="11" name="Shape 5">
            <a:hlinkClick r:id="rId5" tooltip=""/>
          </p:cNvPr>
          <p:cNvSpPr/>
          <p:nvPr/>
        </p:nvSpPr>
        <p:spPr>
          <a:xfrm>
            <a:off x="457200" y="4069080"/>
            <a:ext cx="1053389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12" name="Text 6">
            <a:hlinkClick r:id="rId6" tooltip=""/>
          </p:cNvPr>
          <p:cNvSpPr txBox="1"/>
          <p:nvPr/>
        </p:nvSpPr>
        <p:spPr>
          <a:xfrm>
            <a:off x="457200" y="4069080"/>
            <a:ext cx="10533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it</a:t>
            </a:r>
            <a:endParaRPr lang="en-US" sz="1100" dirty="0"/>
          </a:p>
        </p:txBody>
      </p:sp>
      <p:sp>
        <p:nvSpPr>
          <p:cNvPr id="13" name="Shape 7">
            <a:hlinkClick r:id="rId7" tooltip=""/>
          </p:cNvPr>
          <p:cNvSpPr/>
          <p:nvPr/>
        </p:nvSpPr>
        <p:spPr>
          <a:xfrm>
            <a:off x="1647749" y="4069080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14" name="Text 8">
            <a:hlinkClick r:id="rId8" tooltip=""/>
          </p:cNvPr>
          <p:cNvSpPr txBox="1"/>
          <p:nvPr/>
        </p:nvSpPr>
        <p:spPr>
          <a:xfrm>
            <a:off x="1647749" y="406908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 guide</a:t>
            </a:r>
            <a:endParaRPr lang="en-US" sz="1100" dirty="0"/>
          </a:p>
        </p:txBody>
      </p:sp>
      <p:sp>
        <p:nvSpPr>
          <p:cNvPr id="15" name="Shape 9">
            <a:hlinkClick r:id="rId9" tooltip=""/>
          </p:cNvPr>
          <p:cNvSpPr/>
          <p:nvPr/>
        </p:nvSpPr>
        <p:spPr>
          <a:xfrm>
            <a:off x="3174797" y="4069080"/>
            <a:ext cx="1978762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16" name="Text 10">
            <a:hlinkClick r:id="rId10" tooltip=""/>
          </p:cNvPr>
          <p:cNvSpPr txBox="1"/>
          <p:nvPr/>
        </p:nvSpPr>
        <p:spPr>
          <a:xfrm>
            <a:off x="3174797" y="4069080"/>
            <a:ext cx="19787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UI/UX walkthrough</a:t>
            </a:r>
            <a:endParaRPr lang="en-US" sz="1100" dirty="0"/>
          </a:p>
        </p:txBody>
      </p:sp>
      <p:sp>
        <p:nvSpPr>
          <p:cNvPr id="17" name="Shape 11">
            <a:hlinkClick r:id="rId11" tooltip=""/>
          </p:cNvPr>
          <p:cNvSpPr/>
          <p:nvPr/>
        </p:nvSpPr>
        <p:spPr>
          <a:xfrm>
            <a:off x="5290718" y="4069080"/>
            <a:ext cx="1053389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18" name="Text 12">
            <a:hlinkClick r:id="rId12" tooltip=""/>
          </p:cNvPr>
          <p:cNvSpPr txBox="1"/>
          <p:nvPr/>
        </p:nvSpPr>
        <p:spPr>
          <a:xfrm>
            <a:off x="5290718" y="4069080"/>
            <a:ext cx="10533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README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@learnwithgenn · praneet-admin.github.io/gengo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launch jobs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1417320"/>
            <a:ext cx="914400" cy="914400"/>
          </a:xfrm>
          <a:prstGeom prst="ellipse">
            <a:avLst/>
          </a:prstGeom>
          <a:solidFill>
            <a:srgbClr val="FFD233"/>
          </a:solidFill>
          <a:ln w="12700">
            <a:solidFill>
              <a:srgbClr val="FFD2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3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heard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417320"/>
            <a:ext cx="914400" cy="914400"/>
          </a:xfrm>
          <a:prstGeom prst="ellipse">
            <a:avLst/>
          </a:prstGeom>
          <a:solidFill>
            <a:srgbClr val="2FE3A5"/>
          </a:solidFill>
          <a:ln w="12700">
            <a:solidFill>
              <a:srgbClr val="2FE3A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3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fast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F6F3FF"/>
          </a:solidFill>
          <a:ln w="12700">
            <a:solidFill>
              <a:srgbClr val="F6F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03720" y="1417320"/>
            <a:ext cx="914400" cy="914400"/>
          </a:xfrm>
          <a:prstGeom prst="ellipse">
            <a:avLst/>
          </a:prstGeom>
          <a:solidFill>
            <a:srgbClr val="FF78AA"/>
          </a:solidFill>
          <a:ln w="12700">
            <a:solidFill>
              <a:srgbClr val="FF78A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3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₹0, forever</a:t>
            </a:r>
            <a:endParaRPr lang="en-US" sz="1600" dirty="0"/>
          </a:p>
        </p:txBody>
      </p:sp>
      <p:sp>
        <p:nvSpPr>
          <p:cNvPr id="18" name="Shape 16">
            <a:hlinkClick r:id="rId1" tooltip=""/>
          </p:cNvPr>
          <p:cNvSpPr/>
          <p:nvPr/>
        </p:nvSpPr>
        <p:spPr>
          <a:xfrm>
            <a:off x="457200" y="4069080"/>
            <a:ext cx="1474013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19" name="Text 17">
            <a:hlinkClick r:id="rId2" tooltip=""/>
          </p:cNvPr>
          <p:cNvSpPr txBox="1"/>
          <p:nvPr/>
        </p:nvSpPr>
        <p:spPr>
          <a:xfrm>
            <a:off x="457200" y="4069080"/>
            <a:ext cx="14740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 note</a:t>
            </a:r>
            <a:endParaRPr lang="en-US" sz="1100" dirty="0"/>
          </a:p>
        </p:txBody>
      </p:sp>
      <p:sp>
        <p:nvSpPr>
          <p:cNvPr id="20" name="Shape 18">
            <a:hlinkClick r:id="rId3" tooltip=""/>
          </p:cNvPr>
          <p:cNvSpPr/>
          <p:nvPr/>
        </p:nvSpPr>
        <p:spPr>
          <a:xfrm>
            <a:off x="2068373" y="4069080"/>
            <a:ext cx="1221638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21" name="Text 19">
            <a:hlinkClick r:id="rId4" tooltip=""/>
          </p:cNvPr>
          <p:cNvSpPr txBox="1"/>
          <p:nvPr/>
        </p:nvSpPr>
        <p:spPr>
          <a:xfrm>
            <a:off x="2068373" y="4069080"/>
            <a:ext cx="12216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 kit</a:t>
            </a:r>
            <a:endParaRPr lang="en-US" sz="1100" dirty="0"/>
          </a:p>
        </p:txBody>
      </p:sp>
      <p:sp>
        <p:nvSpPr>
          <p:cNvPr id="22" name="Shape 20">
            <a:hlinkClick r:id="rId5" tooltip=""/>
          </p:cNvPr>
          <p:cNvSpPr/>
          <p:nvPr/>
        </p:nvSpPr>
        <p:spPr>
          <a:xfrm>
            <a:off x="3427171" y="4069080"/>
            <a:ext cx="1726387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23" name="Text 21">
            <a:hlinkClick r:id="rId6" tooltip=""/>
          </p:cNvPr>
          <p:cNvSpPr txBox="1"/>
          <p:nvPr/>
        </p:nvSpPr>
        <p:spPr>
          <a:xfrm>
            <a:off x="3427171" y="4069080"/>
            <a:ext cx="17263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 policy</a:t>
            </a:r>
            <a:endParaRPr lang="en-US" sz="1100" dirty="0"/>
          </a:p>
        </p:txBody>
      </p:sp>
      <p:sp>
        <p:nvSpPr>
          <p:cNvPr id="24" name="Shape 22">
            <a:hlinkClick r:id="rId7" tooltip=""/>
          </p:cNvPr>
          <p:cNvSpPr/>
          <p:nvPr/>
        </p:nvSpPr>
        <p:spPr>
          <a:xfrm>
            <a:off x="5290718" y="4069080"/>
            <a:ext cx="1474013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25" name="Text 23">
            <a:hlinkClick r:id="rId8" tooltip=""/>
          </p:cNvPr>
          <p:cNvSpPr txBox="1"/>
          <p:nvPr/>
        </p:nvSpPr>
        <p:spPr>
          <a:xfrm>
            <a:off x="5290718" y="4069080"/>
            <a:ext cx="14740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Issue forms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@learnwithgenn · praneet-admin.github.io/gengo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share unfurls into this</a:t>
            </a:r>
            <a:endParaRPr lang="en-US" sz="3000" dirty="0"/>
          </a:p>
        </p:txBody>
      </p:sp>
      <p:pic>
        <p:nvPicPr>
          <p:cNvPr id="3" name="Image 0" descr="/Users/pran-zsbch1641/gengo/assets/og-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5120640" cy="2697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52160" y="1097280"/>
            <a:ext cx="2834640" cy="2697480"/>
          </a:xfrm>
          <a:prstGeom prst="roundRect">
            <a:avLst>
              <a:gd name="adj" fmla="val 5085"/>
            </a:avLst>
          </a:prstGeom>
          <a:solidFill>
            <a:srgbClr val="23155C"/>
          </a:solidFill>
          <a:ln w="12700">
            <a:solidFill>
              <a:srgbClr val="23155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3258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“I’m on a 5-day streak learning English words with Gengo 🐰”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880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Share. The learner is the ad.</a:t>
            </a:r>
            <a:endParaRPr lang="en-US" sz="1200" dirty="0"/>
          </a:p>
        </p:txBody>
      </p:sp>
      <p:sp>
        <p:nvSpPr>
          <p:cNvPr id="7" name="Shape 4">
            <a:hlinkClick r:id="rId2" tooltip=""/>
          </p:cNvPr>
          <p:cNvSpPr/>
          <p:nvPr/>
        </p:nvSpPr>
        <p:spPr>
          <a:xfrm>
            <a:off x="457200" y="4069080"/>
            <a:ext cx="2483510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8" name="Text 5">
            <a:hlinkClick r:id="rId3" tooltip=""/>
          </p:cNvPr>
          <p:cNvSpPr txBox="1"/>
          <p:nvPr/>
        </p:nvSpPr>
        <p:spPr>
          <a:xfrm>
            <a:off x="457200" y="4069080"/>
            <a:ext cx="2483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Preview card (og-image)</a:t>
            </a:r>
            <a:endParaRPr lang="en-US" sz="1100" dirty="0"/>
          </a:p>
        </p:txBody>
      </p:sp>
      <p:sp>
        <p:nvSpPr>
          <p:cNvPr id="9" name="Shape 6">
            <a:hlinkClick r:id="rId4" tooltip=""/>
          </p:cNvPr>
          <p:cNvSpPr/>
          <p:nvPr/>
        </p:nvSpPr>
        <p:spPr>
          <a:xfrm>
            <a:off x="3077870" y="4069080"/>
            <a:ext cx="3840480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10" name="Text 7">
            <a:hlinkClick r:id="rId5" tooltip=""/>
          </p:cNvPr>
          <p:cNvSpPr txBox="1"/>
          <p:nvPr/>
        </p:nvSpPr>
        <p:spPr>
          <a:xfrm>
            <a:off x="3077870" y="4069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 copy (WhatsApp, LinkedIn, Reddit, X)</a:t>
            </a:r>
            <a:endParaRPr lang="en-US" sz="1100" dirty="0"/>
          </a:p>
        </p:txBody>
      </p:sp>
      <p:sp>
        <p:nvSpPr>
          <p:cNvPr id="11" name="Shape 8">
            <a:hlinkClick r:id="rId6" tooltip=""/>
          </p:cNvPr>
          <p:cNvSpPr/>
          <p:nvPr/>
        </p:nvSpPr>
        <p:spPr>
          <a:xfrm>
            <a:off x="457200" y="4562856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12" name="Text 9">
            <a:hlinkClick r:id="rId7" tooltip=""/>
          </p:cNvPr>
          <p:cNvSpPr txBox="1"/>
          <p:nvPr/>
        </p:nvSpPr>
        <p:spPr>
          <a:xfrm>
            <a:off x="457200" y="456285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Installable app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@learnwithgenn · praneet-admin.github.io/gengo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1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video · 57 s · real footage</a:t>
            </a:r>
            <a:endParaRPr lang="en-US" sz="3000" dirty="0"/>
          </a:p>
        </p:txBody>
      </p:sp>
      <p:pic>
        <p:nvPicPr>
          <p:cNvPr id="3" name="Image 0" descr="/private/tmp/claude-502/-Users-pran-zsbch1641/eb3ff32b-0b81-4709-87ba-996c7757d4a1/scratchpad/deck/reel_stri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4" name="Shape 1">
            <a:hlinkClick r:id="rId2" tooltip=""/>
          </p:cNvPr>
          <p:cNvSpPr/>
          <p:nvPr/>
        </p:nvSpPr>
        <p:spPr>
          <a:xfrm>
            <a:off x="457200" y="4069080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>
            <a:hlinkClick r:id="rId3" tooltip=""/>
          </p:cNvPr>
          <p:cNvSpPr txBox="1"/>
          <p:nvPr/>
        </p:nvSpPr>
        <p:spPr>
          <a:xfrm>
            <a:off x="457200" y="406908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the video</a:t>
            </a:r>
            <a:endParaRPr lang="en-US" sz="1100" dirty="0"/>
          </a:p>
        </p:txBody>
      </p:sp>
      <p:sp>
        <p:nvSpPr>
          <p:cNvPr id="6" name="Shape 3">
            <a:hlinkClick r:id="rId4" tooltip=""/>
          </p:cNvPr>
          <p:cNvSpPr/>
          <p:nvPr/>
        </p:nvSpPr>
        <p:spPr>
          <a:xfrm>
            <a:off x="2404872" y="4069080"/>
            <a:ext cx="172638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>
            <a:hlinkClick r:id="rId5" tooltip=""/>
          </p:cNvPr>
          <p:cNvSpPr txBox="1"/>
          <p:nvPr/>
        </p:nvSpPr>
        <p:spPr>
          <a:xfrm>
            <a:off x="2404872" y="4069080"/>
            <a:ext cx="17263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 on GitHub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@learnwithgenn · praneet-admin.github.io/gengo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1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· @learnwithgenn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posts on day one</a:t>
            </a:r>
            <a:endParaRPr lang="en-US" sz="1400" dirty="0"/>
          </a:p>
        </p:txBody>
      </p:sp>
      <p:pic>
        <p:nvPicPr>
          <p:cNvPr id="4" name="Image 0" descr="/private/tmp/claude-502/-Users-pran-zsbch1641/eb3ff32b-0b81-4709-87ba-996c7757d4a1/scratchpad/deck/ig-gr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8229600" cy="2834640"/>
          </a:xfrm>
          <a:prstGeom prst="rect">
            <a:avLst/>
          </a:prstGeom>
        </p:spPr>
      </p:pic>
      <p:sp>
        <p:nvSpPr>
          <p:cNvPr id="5" name="Shape 2">
            <a:hlinkClick r:id="rId2" tooltip=""/>
          </p:cNvPr>
          <p:cNvSpPr/>
          <p:nvPr/>
        </p:nvSpPr>
        <p:spPr>
          <a:xfrm>
            <a:off x="457200" y="4069080"/>
            <a:ext cx="189463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>
            <a:hlinkClick r:id="rId3" tooltip=""/>
          </p:cNvPr>
          <p:cNvSpPr txBox="1"/>
          <p:nvPr/>
        </p:nvSpPr>
        <p:spPr>
          <a:xfrm>
            <a:off x="457200" y="4069080"/>
            <a:ext cx="1894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profile</a:t>
            </a:r>
            <a:endParaRPr lang="en-US" sz="1100" dirty="0"/>
          </a:p>
        </p:txBody>
      </p:sp>
      <p:sp>
        <p:nvSpPr>
          <p:cNvPr id="7" name="Shape 4">
            <a:hlinkClick r:id="rId4" tooltip=""/>
          </p:cNvPr>
          <p:cNvSpPr/>
          <p:nvPr/>
        </p:nvSpPr>
        <p:spPr>
          <a:xfrm>
            <a:off x="2488997" y="4069080"/>
            <a:ext cx="248351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>
            <a:hlinkClick r:id="rId5" tooltip=""/>
          </p:cNvPr>
          <p:cNvSpPr txBox="1"/>
          <p:nvPr/>
        </p:nvSpPr>
        <p:spPr>
          <a:xfrm>
            <a:off x="2488997" y="4069080"/>
            <a:ext cx="2483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 files and captions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@learnwithgenn · praneet-admin.github.io/gengo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</a:t>
            </a:r>
            <a:endParaRPr lang="en-US" sz="3000" dirty="0"/>
          </a:p>
        </p:txBody>
      </p:sp>
      <p:pic>
        <p:nvPicPr>
          <p:cNvPr id="3" name="Image 0" descr="/private/tmp/claude-502/-Users-pran-zsbch1641/eb3ff32b-0b81-4709-87ba-996c7757d4a1/scratchpad/deck/../promo/preview/reels2_fin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3017520"/>
          </a:xfrm>
          <a:prstGeom prst="rect">
            <a:avLst/>
          </a:prstGeom>
        </p:spPr>
      </p:pic>
      <p:sp>
        <p:nvSpPr>
          <p:cNvPr id="4" name="Shape 1">
            <a:hlinkClick r:id="rId2" tooltip=""/>
          </p:cNvPr>
          <p:cNvSpPr/>
          <p:nvPr/>
        </p:nvSpPr>
        <p:spPr>
          <a:xfrm>
            <a:off x="457200" y="4069080"/>
            <a:ext cx="1474013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5" name="Text 2">
            <a:hlinkClick r:id="rId3" tooltip=""/>
          </p:cNvPr>
          <p:cNvSpPr txBox="1"/>
          <p:nvPr/>
        </p:nvSpPr>
        <p:spPr>
          <a:xfrm>
            <a:off x="457200" y="4069080"/>
            <a:ext cx="14740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 reel</a:t>
            </a:r>
            <a:endParaRPr lang="en-US" sz="1100" dirty="0"/>
          </a:p>
        </p:txBody>
      </p:sp>
      <p:sp>
        <p:nvSpPr>
          <p:cNvPr id="6" name="Shape 3">
            <a:hlinkClick r:id="rId4" tooltip=""/>
          </p:cNvPr>
          <p:cNvSpPr/>
          <p:nvPr/>
        </p:nvSpPr>
        <p:spPr>
          <a:xfrm>
            <a:off x="2068373" y="4069080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7" name="Text 4">
            <a:hlinkClick r:id="rId5" tooltip=""/>
          </p:cNvPr>
          <p:cNvSpPr txBox="1"/>
          <p:nvPr/>
        </p:nvSpPr>
        <p:spPr>
          <a:xfrm>
            <a:off x="2068373" y="406908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 of the day</a:t>
            </a:r>
            <a:endParaRPr lang="en-US" sz="1100" dirty="0"/>
          </a:p>
        </p:txBody>
      </p:sp>
      <p:sp>
        <p:nvSpPr>
          <p:cNvPr id="8" name="Shape 5">
            <a:hlinkClick r:id="rId6" tooltip=""/>
          </p:cNvPr>
          <p:cNvSpPr/>
          <p:nvPr/>
        </p:nvSpPr>
        <p:spPr>
          <a:xfrm>
            <a:off x="4016045" y="4069080"/>
            <a:ext cx="2231136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9" name="Text 6">
            <a:hlinkClick r:id="rId7" tooltip=""/>
          </p:cNvPr>
          <p:cNvSpPr txBox="1"/>
          <p:nvPr/>
        </p:nvSpPr>
        <p:spPr>
          <a:xfrm>
            <a:off x="4016045" y="40690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Listen again, slower</a:t>
            </a:r>
            <a:endParaRPr lang="en-US" sz="1100" dirty="0"/>
          </a:p>
        </p:txBody>
      </p:sp>
      <p:sp>
        <p:nvSpPr>
          <p:cNvPr id="10" name="Shape 7">
            <a:hlinkClick r:id="rId8" tooltip=""/>
          </p:cNvPr>
          <p:cNvSpPr/>
          <p:nvPr/>
        </p:nvSpPr>
        <p:spPr>
          <a:xfrm>
            <a:off x="6384341" y="4069080"/>
            <a:ext cx="1558138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11" name="Text 8">
            <a:hlinkClick r:id="rId9" tooltip=""/>
          </p:cNvPr>
          <p:cNvSpPr txBox="1"/>
          <p:nvPr/>
        </p:nvSpPr>
        <p:spPr>
          <a:xfrm>
            <a:off x="6384341" y="4069080"/>
            <a:ext cx="1558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Focus Sprint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@learnwithgenn · praneet-admin.github.io/gengo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Carousels</a:t>
            </a:r>
            <a:endParaRPr lang="en-US" sz="3000" dirty="0"/>
          </a:p>
        </p:txBody>
      </p:sp>
      <p:pic>
        <p:nvPicPr>
          <p:cNvPr id="3" name="Image 0" descr="/private/tmp/claude-502/-Users-pran-zsbch1641/eb3ff32b-0b81-4709-87ba-996c7757d4a1/scratchpad/deck/carouse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3017520"/>
          </a:xfrm>
          <a:prstGeom prst="rect">
            <a:avLst/>
          </a:prstGeom>
        </p:spPr>
      </p:pic>
      <p:sp>
        <p:nvSpPr>
          <p:cNvPr id="4" name="Shape 1">
            <a:hlinkClick r:id="rId2" tooltip=""/>
          </p:cNvPr>
          <p:cNvSpPr/>
          <p:nvPr/>
        </p:nvSpPr>
        <p:spPr>
          <a:xfrm>
            <a:off x="457200" y="4069080"/>
            <a:ext cx="2483510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5" name="Text 2">
            <a:hlinkClick r:id="rId3" tooltip=""/>
          </p:cNvPr>
          <p:cNvSpPr txBox="1"/>
          <p:nvPr/>
        </p:nvSpPr>
        <p:spPr>
          <a:xfrm>
            <a:off x="457200" y="4069080"/>
            <a:ext cx="2483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 words for an HR round</a:t>
            </a:r>
            <a:endParaRPr lang="en-US" sz="1100" dirty="0"/>
          </a:p>
        </p:txBody>
      </p:sp>
      <p:sp>
        <p:nvSpPr>
          <p:cNvPr id="6" name="Shape 3">
            <a:hlinkClick r:id="rId4" tooltip=""/>
          </p:cNvPr>
          <p:cNvSpPr/>
          <p:nvPr/>
        </p:nvSpPr>
        <p:spPr>
          <a:xfrm>
            <a:off x="3077870" y="4069080"/>
            <a:ext cx="2820010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7" name="Text 4">
            <a:hlinkClick r:id="rId5" tooltip=""/>
          </p:cNvPr>
          <p:cNvSpPr txBox="1"/>
          <p:nvPr/>
        </p:nvSpPr>
        <p:spPr>
          <a:xfrm>
            <a:off x="3077870" y="4069080"/>
            <a:ext cx="28200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 words you’re saying wrong</a:t>
            </a:r>
            <a:endParaRPr lang="en-US" sz="1100" dirty="0"/>
          </a:p>
        </p:txBody>
      </p:sp>
      <p:sp>
        <p:nvSpPr>
          <p:cNvPr id="8" name="Shape 5">
            <a:hlinkClick r:id="rId6" tooltip=""/>
          </p:cNvPr>
          <p:cNvSpPr/>
          <p:nvPr/>
        </p:nvSpPr>
        <p:spPr>
          <a:xfrm>
            <a:off x="6035040" y="4069080"/>
            <a:ext cx="1894637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9" name="Text 6">
            <a:hlinkClick r:id="rId7" tooltip=""/>
          </p:cNvPr>
          <p:cNvSpPr txBox="1"/>
          <p:nvPr/>
        </p:nvSpPr>
        <p:spPr>
          <a:xfrm>
            <a:off x="6035040" y="4069080"/>
            <a:ext cx="1894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Gengo in 4 steps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@learnwithgenn · praneet-admin.github.io/gengo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&amp; the blog</a:t>
            </a:r>
            <a:endParaRPr lang="en-US" sz="3000" dirty="0"/>
          </a:p>
        </p:txBody>
      </p:sp>
      <p:pic>
        <p:nvPicPr>
          <p:cNvPr id="3" name="Image 0" descr="/private/tmp/claude-502/-Users-pran-zsbch1641/eb3ff32b-0b81-4709-87ba-996c7757d4a1/scratchpad/deck/pos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4754880" cy="3017520"/>
          </a:xfrm>
          <a:prstGeom prst="rect">
            <a:avLst/>
          </a:prstGeom>
        </p:spPr>
      </p:pic>
      <p:pic>
        <p:nvPicPr>
          <p:cNvPr id="4" name="Image 1" descr="/Users/pran-zsbch1641/gengo/launch/social/01-words-are-superpower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914400"/>
            <a:ext cx="3200400" cy="18013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0" y="2834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Medium: “Meet Gengo: Turn One New Word Into a Superpower” (draft, publishing next)</a:t>
            </a:r>
            <a:endParaRPr lang="en-US" sz="1200" dirty="0"/>
          </a:p>
        </p:txBody>
      </p:sp>
      <p:sp>
        <p:nvSpPr>
          <p:cNvPr id="6" name="Shape 2">
            <a:hlinkClick r:id="rId3" tooltip=""/>
          </p:cNvPr>
          <p:cNvSpPr/>
          <p:nvPr/>
        </p:nvSpPr>
        <p:spPr>
          <a:xfrm>
            <a:off x="457200" y="4069080"/>
            <a:ext cx="1642262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7" name="Text 3">
            <a:hlinkClick r:id="rId4" tooltip=""/>
          </p:cNvPr>
          <p:cNvSpPr txBox="1"/>
          <p:nvPr/>
        </p:nvSpPr>
        <p:spPr>
          <a:xfrm>
            <a:off x="457200" y="4069080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Meet Gen post</a:t>
            </a:r>
            <a:endParaRPr lang="en-US" sz="1100" dirty="0"/>
          </a:p>
        </p:txBody>
      </p:sp>
      <p:sp>
        <p:nvSpPr>
          <p:cNvPr id="8" name="Shape 4">
            <a:hlinkClick r:id="rId5" tooltip=""/>
          </p:cNvPr>
          <p:cNvSpPr/>
          <p:nvPr/>
        </p:nvSpPr>
        <p:spPr>
          <a:xfrm>
            <a:off x="2236622" y="4069080"/>
            <a:ext cx="1558138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9" name="Text 5">
            <a:hlinkClick r:id="rId6" tooltip=""/>
          </p:cNvPr>
          <p:cNvSpPr txBox="1"/>
          <p:nvPr/>
        </p:nvSpPr>
        <p:spPr>
          <a:xfrm>
            <a:off x="2236622" y="4069080"/>
            <a:ext cx="1558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 draft</a:t>
            </a:r>
            <a:endParaRPr lang="en-US" sz="1100" dirty="0"/>
          </a:p>
        </p:txBody>
      </p:sp>
      <p:sp>
        <p:nvSpPr>
          <p:cNvPr id="10" name="Shape 6">
            <a:hlinkClick r:id="rId7" tooltip=""/>
          </p:cNvPr>
          <p:cNvSpPr/>
          <p:nvPr/>
        </p:nvSpPr>
        <p:spPr>
          <a:xfrm>
            <a:off x="3931920" y="4069080"/>
            <a:ext cx="1305763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11" name="Text 7">
            <a:hlinkClick r:id="rId8" tooltip=""/>
          </p:cNvPr>
          <p:cNvSpPr txBox="1"/>
          <p:nvPr/>
        </p:nvSpPr>
        <p:spPr>
          <a:xfrm>
            <a:off x="3931920" y="4069080"/>
            <a:ext cx="13057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 text</a:t>
            </a:r>
            <a:endParaRPr lang="en-US" sz="1100" dirty="0"/>
          </a:p>
        </p:txBody>
      </p:sp>
      <p:sp>
        <p:nvSpPr>
          <p:cNvPr id="12" name="Shape 8">
            <a:hlinkClick r:id="rId9" tooltip=""/>
          </p:cNvPr>
          <p:cNvSpPr/>
          <p:nvPr/>
        </p:nvSpPr>
        <p:spPr>
          <a:xfrm>
            <a:off x="5374843" y="4069080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13" name="Text 9">
            <a:hlinkClick r:id="rId10" tooltip=""/>
          </p:cNvPr>
          <p:cNvSpPr txBox="1"/>
          <p:nvPr/>
        </p:nvSpPr>
        <p:spPr>
          <a:xfrm>
            <a:off x="5374843" y="406908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Campaign images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@learnwithgenn · praneet-admin.github.io/gengo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</a:t>
            </a:r>
            <a:endParaRPr lang="en-US" sz="3000" dirty="0"/>
          </a:p>
        </p:txBody>
      </p:sp>
      <p:pic>
        <p:nvPicPr>
          <p:cNvPr id="3" name="Image 0" descr="/Users/pran-zsbch1641/gengo/assets/bunny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2743200" cy="2743200"/>
          </a:xfrm>
          <a:prstGeom prst="rect">
            <a:avLst/>
          </a:prstGeom>
        </p:spPr>
      </p:pic>
      <p:pic>
        <p:nvPicPr>
          <p:cNvPr id="4" name="Image 1" descr="/Users/pran-zsbch1641/gengo/launch/social/03-young-adul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49040" y="1051560"/>
            <a:ext cx="4937760" cy="277977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3703320"/>
            <a:ext cx="502920" cy="320040"/>
          </a:xfrm>
          <a:prstGeom prst="roundRect">
            <a:avLst>
              <a:gd name="adj" fmla="val 28571"/>
            </a:avLst>
          </a:prstGeom>
          <a:solidFill>
            <a:srgbClr val="23155C"/>
          </a:solidFill>
          <a:ln w="12700">
            <a:solidFill>
              <a:srgbClr val="23155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024128" y="3703320"/>
            <a:ext cx="502920" cy="320040"/>
          </a:xfrm>
          <a:prstGeom prst="roundRect">
            <a:avLst>
              <a:gd name="adj" fmla="val 28571"/>
            </a:avLst>
          </a:prstGeom>
          <a:solidFill>
            <a:srgbClr val="5330D6"/>
          </a:solidFill>
          <a:ln w="12700">
            <a:solidFill>
              <a:srgbClr val="5330D6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591056" y="3703320"/>
            <a:ext cx="502920" cy="320040"/>
          </a:xfrm>
          <a:prstGeom prst="roundRect">
            <a:avLst>
              <a:gd name="adj" fmla="val 28571"/>
            </a:avLst>
          </a:prstGeom>
          <a:solidFill>
            <a:srgbClr val="FFD233"/>
          </a:solidFill>
          <a:ln w="12700">
            <a:solidFill>
              <a:srgbClr val="FFD23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157984" y="3703320"/>
            <a:ext cx="502920" cy="320040"/>
          </a:xfrm>
          <a:prstGeom prst="roundRect">
            <a:avLst>
              <a:gd name="adj" fmla="val 28571"/>
            </a:avLst>
          </a:prstGeom>
          <a:solidFill>
            <a:srgbClr val="2FE3A5"/>
          </a:solidFill>
          <a:ln w="12700">
            <a:solidFill>
              <a:srgbClr val="2FE3A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24912" y="3703320"/>
            <a:ext cx="502920" cy="320040"/>
          </a:xfrm>
          <a:prstGeom prst="roundRect">
            <a:avLst>
              <a:gd name="adj" fmla="val 28571"/>
            </a:avLst>
          </a:prstGeom>
          <a:solidFill>
            <a:srgbClr val="FF78AA"/>
          </a:solidFill>
          <a:ln w="12700">
            <a:solidFill>
              <a:srgbClr val="FF78AA"/>
            </a:solidFill>
            <a:prstDash val="solid"/>
          </a:ln>
        </p:spPr>
      </p:sp>
      <p:sp>
        <p:nvSpPr>
          <p:cNvPr id="10" name="Shape 6">
            <a:hlinkClick r:id="rId3" tooltip=""/>
          </p:cNvPr>
          <p:cNvSpPr/>
          <p:nvPr/>
        </p:nvSpPr>
        <p:spPr>
          <a:xfrm>
            <a:off x="457200" y="4069080"/>
            <a:ext cx="2147011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11" name="Text 7">
            <a:hlinkClick r:id="rId4" tooltip=""/>
          </p:cNvPr>
          <p:cNvSpPr txBox="1"/>
          <p:nvPr/>
        </p:nvSpPr>
        <p:spPr>
          <a:xfrm>
            <a:off x="457200" y="4069080"/>
            <a:ext cx="21470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 artwork + icons</a:t>
            </a:r>
            <a:endParaRPr lang="en-US" sz="1100" dirty="0"/>
          </a:p>
        </p:txBody>
      </p:sp>
      <p:sp>
        <p:nvSpPr>
          <p:cNvPr id="12" name="Shape 8">
            <a:hlinkClick r:id="rId5" tooltip=""/>
          </p:cNvPr>
          <p:cNvSpPr/>
          <p:nvPr/>
        </p:nvSpPr>
        <p:spPr>
          <a:xfrm>
            <a:off x="2741371" y="4069080"/>
            <a:ext cx="1726387" cy="384048"/>
          </a:xfrm>
          <a:prstGeom prst="roundRect">
            <a:avLst>
              <a:gd name="adj" fmla="val 50000"/>
            </a:avLst>
          </a:prstGeom>
          <a:solidFill>
            <a:srgbClr val="F6F3FF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13" name="Text 9">
            <a:hlinkClick r:id="rId6" tooltip=""/>
          </p:cNvPr>
          <p:cNvSpPr txBox="1"/>
          <p:nvPr/>
        </p:nvSpPr>
        <p:spPr>
          <a:xfrm>
            <a:off x="2741371" y="4069080"/>
            <a:ext cx="17263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Campaign notes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@learnwithgenn · praneet-admin.github.io/gengo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1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in 30 days means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2E1F7A"/>
          </a:solidFill>
          <a:ln w="12700">
            <a:solidFill>
              <a:srgbClr val="2E1F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D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shares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2E1F7A"/>
          </a:solidFill>
          <a:ln w="12700">
            <a:solidFill>
              <a:srgbClr val="2E1F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188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D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2E1F7A"/>
          </a:solidFill>
          <a:ln w="12700">
            <a:solidFill>
              <a:srgbClr val="2E1F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188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D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reply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link in bio · publish Medium · one Reel a day</a:t>
            </a:r>
            <a:endParaRPr lang="en-US" sz="1800" dirty="0"/>
          </a:p>
        </p:txBody>
      </p:sp>
      <p:sp>
        <p:nvSpPr>
          <p:cNvPr id="13" name="Shape 11">
            <a:hlinkClick r:id="rId1" tooltip=""/>
          </p:cNvPr>
          <p:cNvSpPr/>
          <p:nvPr/>
        </p:nvSpPr>
        <p:spPr>
          <a:xfrm>
            <a:off x="457200" y="4069080"/>
            <a:ext cx="155813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>
            <a:hlinkClick r:id="rId2" tooltip=""/>
          </p:cNvPr>
          <p:cNvSpPr txBox="1"/>
          <p:nvPr/>
        </p:nvSpPr>
        <p:spPr>
          <a:xfrm>
            <a:off x="457200" y="4069080"/>
            <a:ext cx="1558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app</a:t>
            </a:r>
            <a:endParaRPr lang="en-US" sz="1100" dirty="0"/>
          </a:p>
        </p:txBody>
      </p:sp>
      <p:sp>
        <p:nvSpPr>
          <p:cNvPr id="15" name="Shape 13">
            <a:hlinkClick r:id="rId3" tooltip=""/>
          </p:cNvPr>
          <p:cNvSpPr/>
          <p:nvPr/>
        </p:nvSpPr>
        <p:spPr>
          <a:xfrm>
            <a:off x="2152498" y="4069080"/>
            <a:ext cx="1305763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>
            <a:hlinkClick r:id="rId4" tooltip=""/>
          </p:cNvPr>
          <p:cNvSpPr txBox="1"/>
          <p:nvPr/>
        </p:nvSpPr>
        <p:spPr>
          <a:xfrm>
            <a:off x="2152498" y="4069080"/>
            <a:ext cx="13057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</a:t>
            </a:r>
            <a:endParaRPr lang="en-US" sz="1100" dirty="0"/>
          </a:p>
        </p:txBody>
      </p:sp>
      <p:sp>
        <p:nvSpPr>
          <p:cNvPr id="17" name="Shape 15">
            <a:hlinkClick r:id="rId5" tooltip=""/>
          </p:cNvPr>
          <p:cNvSpPr/>
          <p:nvPr/>
        </p:nvSpPr>
        <p:spPr>
          <a:xfrm>
            <a:off x="3595421" y="4069080"/>
            <a:ext cx="105338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>
            <a:hlinkClick r:id="rId6" tooltip=""/>
          </p:cNvPr>
          <p:cNvSpPr txBox="1"/>
          <p:nvPr/>
        </p:nvSpPr>
        <p:spPr>
          <a:xfrm>
            <a:off x="3595421" y="4069080"/>
            <a:ext cx="10533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23155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@learnwithgenn · praneet-admin.github.io/gengo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Gengo — marketing at a glance</dc:title>
  <dc:subject>PptxGenJS Presentation</dc:subject>
  <dc:creator>PptxGenJS</dc:creator>
  <cp:lastModifiedBy>PptxGenJS</cp:lastModifiedBy>
  <cp:revision>1</cp:revision>
  <dcterms:created xsi:type="dcterms:W3CDTF">2026-09-28T06:26:51Z</dcterms:created>
  <dcterms:modified xsi:type="dcterms:W3CDTF">2026-09-28T06:26:51Z</dcterms:modified>
</cp:coreProperties>
</file>