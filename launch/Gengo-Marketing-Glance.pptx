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n-zsbch1641/gengo/assets/bunny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73152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801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Gengo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Marketing, at a glance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account · budget ₹0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look up a word.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nod.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Friday, it’s gone.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Gengo fixes that.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final-year students prepping for placements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</a:t>
            </a:r>
            <a:endParaRPr lang="en-US" sz="3400" dirty="0"/>
          </a:p>
        </p:txBody>
      </p:sp>
      <p:pic>
        <p:nvPicPr>
          <p:cNvPr id="3" name="Image 0" descr="/Users/pran-zsbch1641/gengo/docs/screenshots/phone-lea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097280"/>
            <a:ext cx="137160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</a:t>
            </a:r>
            <a:endParaRPr lang="en-US" sz="1600" dirty="0"/>
          </a:p>
        </p:txBody>
      </p:sp>
      <p:pic>
        <p:nvPicPr>
          <p:cNvPr id="5" name="Image 1" descr="/Users/pran-zsbch1641/gengo/docs/screenshots/phone-quiz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80360" y="1097280"/>
            <a:ext cx="1371600" cy="2834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quizzed</a:t>
            </a:r>
            <a:endParaRPr lang="en-US" sz="1600" dirty="0"/>
          </a:p>
        </p:txBody>
      </p:sp>
      <p:pic>
        <p:nvPicPr>
          <p:cNvPr id="7" name="Image 2" descr="/Users/pran-zsbch1641/gengo/docs/screenshots/phone-focu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983480" y="1097280"/>
            <a:ext cx="1371600" cy="28346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Sprint</a:t>
            </a:r>
            <a:endParaRPr lang="en-US" sz="1600" dirty="0"/>
          </a:p>
        </p:txBody>
      </p:sp>
      <p:pic>
        <p:nvPicPr>
          <p:cNvPr id="9" name="Image 3" descr="/Users/pran-zsbch1641/gengo/docs/screenshots/phone-wor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086600" y="1097280"/>
            <a:ext cx="1371600" cy="28346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4023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streak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launch jobs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1645920"/>
            <a:ext cx="914400" cy="914400"/>
          </a:xfrm>
          <a:prstGeom prst="ellipse">
            <a:avLst/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heard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1645920"/>
            <a:ext cx="914400" cy="914400"/>
          </a:xfrm>
          <a:prstGeom prst="ellipse">
            <a:avLst/>
          </a:prstGeom>
          <a:solidFill>
            <a:srgbClr val="2FE3A5"/>
          </a:solidFill>
          <a:ln w="12700">
            <a:solidFill>
              <a:srgbClr val="2FE3A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fast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6F3FF"/>
          </a:solidFill>
          <a:ln w="12700">
            <a:solidFill>
              <a:srgbClr val="F6F3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03720" y="1645920"/>
            <a:ext cx="914400" cy="914400"/>
          </a:xfrm>
          <a:prstGeom prst="ellipse">
            <a:avLst/>
          </a:prstGeom>
          <a:solidFill>
            <a:srgbClr val="FF78AA"/>
          </a:solidFill>
          <a:ln w="12700">
            <a:solidFill>
              <a:srgbClr val="FF78A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3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₹0, forever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share unfurls into this</a:t>
            </a:r>
            <a:endParaRPr lang="en-US" sz="3400" dirty="0"/>
          </a:p>
        </p:txBody>
      </p:sp>
      <p:pic>
        <p:nvPicPr>
          <p:cNvPr id="3" name="Image 0" descr="/Users/pran-zsbch1641/gengo/assets/og-im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5120640" cy="2697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852160" y="1234440"/>
            <a:ext cx="2834640" cy="2697480"/>
          </a:xfrm>
          <a:prstGeom prst="roundRect">
            <a:avLst>
              <a:gd name="adj" fmla="val 5085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4630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 on a 5-day streak learning English words with Gengo 🐰”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30175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Share. The learner is the ad.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LinkedIn · Reddit · X · Product Hunt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video · 57 s · real footage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reel_stri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822960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· @learnwithgenn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posts on day one</a:t>
            </a:r>
            <a:endParaRPr lang="en-US" sz="1400" dirty="0"/>
          </a:p>
        </p:txBody>
      </p:sp>
      <p:pic>
        <p:nvPicPr>
          <p:cNvPr id="4" name="Image 0" descr="/private/tmp/claude-502/-Users-pran-zsbch1641/eb3ff32b-0b81-4709-87ba-996c7757d4a1/scratchpad/deck/ig-gr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822960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of the day · Listen again, slower · Focus Sprint</a:t>
            </a:r>
            <a:endParaRPr lang="en-US" sz="1400" dirty="0"/>
          </a:p>
        </p:txBody>
      </p:sp>
      <p:pic>
        <p:nvPicPr>
          <p:cNvPr id="4" name="Image 0" descr="/private/tmp/claude-502/-Users-pran-zsbch1641/eb3ff32b-0b81-4709-87ba-996c7757d4a1/scratchpad/deck/../promo/preview/reels2_fin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8229600" cy="3383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words for an HR round · 5 words you’re saying wrong · Gengo in 4 steps</a:t>
            </a:r>
            <a:endParaRPr lang="en-US" sz="1400" dirty="0"/>
          </a:p>
        </p:txBody>
      </p:sp>
      <p:pic>
        <p:nvPicPr>
          <p:cNvPr id="4" name="Image 0" descr="/private/tmp/claude-502/-Users-pran-zsbch1641/eb3ff32b-0b81-4709-87ba-996c7757d4a1/scratchpad/deck/carouse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8229600" cy="3383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the blog</a:t>
            </a:r>
            <a:endParaRPr lang="en-US" sz="3400" dirty="0"/>
          </a:p>
        </p:txBody>
      </p:sp>
      <p:pic>
        <p:nvPicPr>
          <p:cNvPr id="3" name="Image 0" descr="/private/tmp/claude-502/-Users-pran-zsbch1641/eb3ff32b-0b81-4709-87ba-996c7757d4a1/scratchpad/deck/pos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4754880" cy="3291840"/>
          </a:xfrm>
          <a:prstGeom prst="rect">
            <a:avLst/>
          </a:prstGeom>
        </p:spPr>
      </p:pic>
      <p:pic>
        <p:nvPicPr>
          <p:cNvPr id="4" name="Image 1" descr="/Users/pran-zsbch1641/gengo/launch/social/01-words-are-superpow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1188720"/>
            <a:ext cx="3200400" cy="18013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0" y="31089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“Meet Gengo: Turn One New Word Into a Superpower”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31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</a:t>
            </a:r>
            <a:endParaRPr lang="en-US" sz="3400" dirty="0"/>
          </a:p>
        </p:txBody>
      </p:sp>
      <p:pic>
        <p:nvPicPr>
          <p:cNvPr id="3" name="Image 0" descr="/Users/pran-zsbch1641/gengo/assets/bunny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4" name="Image 1" descr="/Users/pran-zsbch1641/gengo/launch/social/03-young-ad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49040" y="1188720"/>
            <a:ext cx="4937760" cy="277977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749040" y="411480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23155C"/>
          </a:solidFill>
          <a:ln w="12700">
            <a:solidFill>
              <a:srgbClr val="23155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4754880" y="411480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5330D6"/>
          </a:solidFill>
          <a:ln w="12700">
            <a:solidFill>
              <a:srgbClr val="5330D6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760720" y="411480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FFD233"/>
          </a:solidFill>
          <a:ln w="12700">
            <a:solidFill>
              <a:srgbClr val="FFD23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766560" y="411480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2FE3A5"/>
          </a:solidFill>
          <a:ln w="12700">
            <a:solidFill>
              <a:srgbClr val="2FE3A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772400" y="411480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FF78AA"/>
          </a:solidFill>
          <a:ln w="12700">
            <a:solidFill>
              <a:srgbClr val="FF78A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1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30 days means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97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shares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3716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2194560"/>
          </a:xfrm>
          <a:prstGeom prst="roundRect">
            <a:avLst>
              <a:gd name="adj" fmla="val 6250"/>
            </a:avLst>
          </a:prstGeom>
          <a:solidFill>
            <a:srgbClr val="2E1F7A"/>
          </a:solidFill>
          <a:ln w="12700">
            <a:solidFill>
              <a:srgbClr val="2E1F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716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D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697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reply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link in bio · publish Medium · one Reel a day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@learnwithgenn · praneet-admin.github.io/gengo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Gengo — marketing at a glance</dc:title>
  <dc:subject>PptxGenJS Presentation</dc:subject>
  <dc:creator>PptxGenJS</dc:creator>
  <cp:lastModifiedBy>PptxGenJS</cp:lastModifiedBy>
  <cp:revision>1</cp:revision>
  <dcterms:created xsi:type="dcterms:W3CDTF">2026-09-28T05:54:04Z</dcterms:created>
  <dcterms:modified xsi:type="dcterms:W3CDTF">2026-09-28T05:54:04Z</dcterms:modified>
</cp:coreProperties>
</file>