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5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n-zsbch1641/gengo/assets/bunny-1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822960"/>
            <a:ext cx="2651760" cy="2651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188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Gengo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D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Launch, marketing &amp; the business side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432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no-account English vocabulary trainer.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shipped, who it is for, how we told people, and what "done" looks like.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· budget ₹0 · one person and a purple rabbit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and who it is for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statement from the launch note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108960"/>
          </a:xfrm>
          <a:prstGeom prst="roundRect">
            <a:avLst>
              <a:gd name="adj" fmla="val 4412"/>
            </a:avLst>
          </a:prstGeom>
          <a:solidFill>
            <a:srgbClr val="23155C"/>
          </a:solidFill>
          <a:ln w="12700">
            <a:solidFill>
              <a:srgbClr val="2315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look up a word.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nod.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Friday, it’s gone.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004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loop: google → read one definition → maybe a screenshot → move on. Nothing tests you, speaks the word, or notices when you stop.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F6F3FF"/>
          </a:solidFill>
          <a:ln w="12700">
            <a:solidFill>
              <a:srgbClr val="F6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19472" y="1581912"/>
            <a:ext cx="365760" cy="365760"/>
          </a:xfrm>
          <a:prstGeom prst="ellipse">
            <a:avLst/>
          </a:prstGeom>
          <a:solidFill>
            <a:srgbClr val="2FE3A5"/>
          </a:solidFill>
          <a:ln w="12700">
            <a:solidFill>
              <a:srgbClr val="2FE3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19472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376672" y="15544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011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Final-year students in India preparing for campus placements: the verbal-ability section of aptitude tests and the HR / communication rounds.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306324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F6F3FF"/>
          </a:solidFill>
          <a:ln w="12700">
            <a:solidFill>
              <a:srgbClr val="F6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19472" y="3227832"/>
            <a:ext cx="365760" cy="365760"/>
          </a:xfrm>
          <a:prstGeom prst="ellipse">
            <a:avLst/>
          </a:prstGeom>
          <a:solidFill>
            <a:srgbClr val="FF78AA"/>
          </a:solidFill>
          <a:ln w="12700">
            <a:solidFill>
              <a:srgbClr val="FF78A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19472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76672" y="3200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not for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3657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(no parental layer), absolute beginners (the app is in English), IELTS/TOEFL band-chasers, teachers wanting a classroom dashboard.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Gengo · learnwithgenn · praneet-admin.github.io/gengo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praneet-admin.github.io/gengo · plain HTML/CSS/JS · free public APIs · phone, tablet, laptop</a:t>
            </a:r>
            <a:endParaRPr lang="en-US" sz="1400" dirty="0"/>
          </a:p>
        </p:txBody>
      </p:sp>
      <p:pic>
        <p:nvPicPr>
          <p:cNvPr id="4" name="Image 0" descr="/Users/pran-zsbch1641/gengo/docs/screenshots/phone-lear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371600"/>
            <a:ext cx="1371600" cy="2377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it up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160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· sound · example · synonyms</a:t>
            </a:r>
            <a:endParaRPr lang="en-US" sz="1000" dirty="0"/>
          </a:p>
        </p:txBody>
      </p:sp>
      <p:pic>
        <p:nvPicPr>
          <p:cNvPr id="7" name="Image 1" descr="/Users/pran-zsbch1641/gengo/docs/screenshots/phone-quiz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80360" y="1371600"/>
            <a:ext cx="1371600" cy="23774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6032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quizzed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2560320" y="4160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 the words you saved</a:t>
            </a:r>
            <a:endParaRPr lang="en-US" sz="1000" dirty="0"/>
          </a:p>
        </p:txBody>
      </p:sp>
      <p:pic>
        <p:nvPicPr>
          <p:cNvPr id="10" name="Image 2" descr="/Users/pran-zsbch1641/gengo/docs/screenshots/phone-focu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983480" y="1371600"/>
            <a:ext cx="1371600" cy="23774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66344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Sprint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4663440" y="4160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· flashcards · Gen notices if you leave</a:t>
            </a:r>
            <a:endParaRPr lang="en-US" sz="1000" dirty="0"/>
          </a:p>
        </p:txBody>
      </p:sp>
      <p:pic>
        <p:nvPicPr>
          <p:cNvPr id="13" name="Image 3" descr="/Users/pran-zsbch1641/gengo/docs/screenshots/phone-words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086600" y="1371600"/>
            <a:ext cx="1371600" cy="23774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76656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streak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6766560" y="4160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 review · mastery ★★★ · shields</a:t>
            </a:r>
            <a:endParaRPr lang="en-US" sz="1000" dirty="0"/>
          </a:p>
        </p:txBody>
      </p:sp>
      <p:sp>
        <p:nvSpPr>
          <p:cNvPr id="16" name="Text 10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Gengo · learnwithgenn · praneet-admin.github.io/gengo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jobs we picked for launch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assignment list: everything had to keep working while nobody is standing next to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F6F3FF"/>
          </a:solidFill>
          <a:ln w="12700">
            <a:solidFill>
              <a:srgbClr val="F6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627632"/>
            <a:ext cx="365760" cy="365760"/>
          </a:xfrm>
          <a:prstGeom prst="ellipse">
            <a:avLst/>
          </a:prstGeom>
          <a:solidFill>
            <a:srgbClr val="FFD233"/>
          </a:solidFill>
          <a:ln w="12700">
            <a:solidFill>
              <a:srgbClr val="FFD2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1600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574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33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people to hear about it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4688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previews, a Share-my-streak loop, an installable app, a post kit, a blog, a promo video, and now an Instagram account.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4630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F6F3FF"/>
          </a:solidFill>
          <a:ln w="12700">
            <a:solidFill>
              <a:srgbClr val="F6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10712" y="1627632"/>
            <a:ext cx="365760" cy="365760"/>
          </a:xfrm>
          <a:prstGeom prst="ellipse">
            <a:avLst/>
          </a:prstGeom>
          <a:solidFill>
            <a:srgbClr val="2FE3A5"/>
          </a:solidFill>
          <a:ln w="12700">
            <a:solidFill>
              <a:srgbClr val="2FE3A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10712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867912" y="1600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0574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33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the stuck and the annoyed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24688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Help + guided tour, Report-a-problem that pre-fills a GitHub issue, structured issue forms, SUPPORT.md with honest expectations.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4630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F6F3FF"/>
          </a:solidFill>
          <a:ln w="12700">
            <a:solidFill>
              <a:srgbClr val="F6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99632" y="1627632"/>
            <a:ext cx="365760" cy="365760"/>
          </a:xfrm>
          <a:prstGeom prst="ellipse">
            <a:avLst/>
          </a:prstGeom>
          <a:solidFill>
            <a:srgbClr val="FF78AA"/>
          </a:solidFill>
          <a:ln w="12700">
            <a:solidFill>
              <a:srgbClr val="FF78A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99632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656832" y="1600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20574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33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it costs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24688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forever, no tiers. It costs nothing to run and the audience is three months from a first salary.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Gengo · learnwithgenn · praneet-admin.github.io/gengo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that runs unattended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the product, so every learner is a channel</a:t>
            </a:r>
            <a:endParaRPr lang="en-US" sz="1400" dirty="0"/>
          </a:p>
        </p:txBody>
      </p:sp>
      <p:pic>
        <p:nvPicPr>
          <p:cNvPr id="4" name="Image 0" descr="/Users/pran-zsbch1641/gengo/assets/og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417320"/>
            <a:ext cx="3657600" cy="1920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0" y="3383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preview card: every share on WhatsApp, LinkedIn, X or Slack unfurls into this instead of a bare URL.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417320"/>
            <a:ext cx="4297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my streak: one tap sends “I’m on a 5-day streak learning English words with Gengo 🐰 …” via the phone share sheet. The learner with a streak is the ad.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app: web manifest + service worker, so Chrome and Safari offer “Add to Home Screen”. An icon beats a bookmark for daily return.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kit: WhatsApp group message, LinkedIn, Reddit (rules-compliant), X, Product Hunt tagline, faculty email. Anyone can paste it.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Long-form: a Medium-style blog (“Words Are Superpowers”) with three social images.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video: 57 s, real screen recordings, narrated.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Gengo · learnwithgenn · praneet-admin.github.io/gengo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15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promo video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docs/gengo-promo.mp4 · 57 seconds · 1080p · real footage, not a collage</a:t>
            </a:r>
            <a:endParaRPr lang="en-US" sz="1400" dirty="0"/>
          </a:p>
        </p:txBody>
      </p:sp>
      <p:pic>
        <p:nvPicPr>
          <p:cNvPr id="4" name="Image 0" descr="/private/tmp/claude-502/-Users-pran-zsbch1641/eb3ff32b-0b81-4709-87ba-996c7757d4a1/scratchpad/deck/reel_stri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8229600" cy="2194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703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6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from the live app with Chrome’s DevTools screencast at 30–60 fps, laptop and phone sizes.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6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Composited in Python (1080p60, push transitions, captions), narrated by a neural voice (Ava) with a hard-G “Gengo”, procedural music bed.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6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to under a minute after the first 1:42 version felt slow; the same pipeline now makes every Instagram Reel.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9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Gengo · learnwithgenn · praneet-admin.github.io/gengo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9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help before anyone writes in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first, async within 48 h on weekdays, complaints read first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6F3FF"/>
          </a:solidFill>
          <a:ln w="12700">
            <a:solidFill>
              <a:srgbClr val="F6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81912"/>
            <a:ext cx="365760" cy="365760"/>
          </a:xfrm>
          <a:prstGeom prst="ellipse">
            <a:avLst/>
          </a:prstGeom>
          <a:solidFill>
            <a:srgbClr val="FFD233"/>
          </a:solidFill>
          <a:ln w="12700">
            <a:solidFill>
              <a:srgbClr val="FFD2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1554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Help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dialog, guided tour (7 steps incl. accessibility), keyboard shortcuts, FAQ covering the top ten questions: mic, voices, quota, quiz locked, old version, offline.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6F3FF"/>
          </a:solidFill>
          <a:ln w="12700">
            <a:solidFill>
              <a:srgbClr val="F6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81912"/>
            <a:ext cx="365760" cy="365760"/>
          </a:xfrm>
          <a:prstGeom prst="ellipse">
            <a:avLst/>
          </a:prstGeom>
          <a:solidFill>
            <a:srgbClr val="FF78AA"/>
          </a:solidFill>
          <a:ln w="12700">
            <a:solidFill>
              <a:srgbClr val="FF78A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85232" y="1554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 problem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011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button opens a GitHub issue with app version, browser, viewport, section, speech support and settings already filled in. The learner only describes what happened.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6F3FF"/>
          </a:solidFill>
          <a:ln w="12700">
            <a:solidFill>
              <a:srgbClr val="F6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" y="3227832"/>
            <a:ext cx="365760" cy="365760"/>
          </a:xfrm>
          <a:prstGeom prst="ellipse">
            <a:avLst/>
          </a:prstGeom>
          <a:solidFill>
            <a:srgbClr val="2FE3A5"/>
          </a:solidFill>
          <a:ln w="12700">
            <a:solidFill>
              <a:srgbClr val="2FE3A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32004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forms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657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bug and 💡 idea templates with a “read the FAQ first” link. Structured, labelled, triage-able from a phone.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06324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6F3FF"/>
          </a:solidFill>
          <a:ln w="12700">
            <a:solidFill>
              <a:srgbClr val="F6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227832"/>
            <a:ext cx="365760" cy="365760"/>
          </a:xfrm>
          <a:prstGeom prst="ellipse">
            <a:avLst/>
          </a:prstGeom>
          <a:solidFill>
            <a:srgbClr val="C9BDF3"/>
          </a:solidFill>
          <a:ln w="12700">
            <a:solidFill>
              <a:srgbClr val="C9BDF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285232" y="32004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SUPPORT.md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657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what we do, how fast, and honestly what we don’t do, so silence never reads as neglect.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Gengo · learnwithgenn · praneet-admin.github.io/gengo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shortest section, on purpose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34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33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Free. Forever. No tiers.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206240" y="1417320"/>
            <a:ext cx="4480560" cy="1417320"/>
          </a:xfrm>
          <a:prstGeom prst="roundRect">
            <a:avLst>
              <a:gd name="adj" fmla="val 7742"/>
            </a:avLst>
          </a:prstGeom>
          <a:solidFill>
            <a:srgbClr val="F6F3FF"/>
          </a:solidFill>
          <a:ln w="12700">
            <a:solidFill>
              <a:srgbClr val="F6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70832" y="1581912"/>
            <a:ext cx="365760" cy="365760"/>
          </a:xfrm>
          <a:prstGeom prst="ellipse">
            <a:avLst/>
          </a:prstGeom>
          <a:solidFill>
            <a:srgbClr val="FFD233"/>
          </a:solidFill>
          <a:ln w="12700">
            <a:solidFill>
              <a:srgbClr val="FFD2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0832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28032" y="15544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1: it costs nothing to run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0116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server, no accounts, free public APIs (Wiktionary, Datamuse, MyMemory, Wikipedia), GitHub Pages hosting. There is nothing to bill for.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3017520"/>
            <a:ext cx="4480560" cy="1417320"/>
          </a:xfrm>
          <a:prstGeom prst="roundRect">
            <a:avLst>
              <a:gd name="adj" fmla="val 7742"/>
            </a:avLst>
          </a:prstGeom>
          <a:solidFill>
            <a:srgbClr val="F6F3FF"/>
          </a:solidFill>
          <a:ln w="12700">
            <a:solidFill>
              <a:srgbClr val="F6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70832" y="3182112"/>
            <a:ext cx="365760" cy="365760"/>
          </a:xfrm>
          <a:prstGeom prst="ellipse">
            <a:avLst/>
          </a:prstGeom>
          <a:solidFill>
            <a:srgbClr val="2FE3A5"/>
          </a:solidFill>
          <a:ln w="12700">
            <a:solidFill>
              <a:srgbClr val="2FE3A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70832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28032" y="31546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2: the audience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36118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months away from a first salary. A vocabulary app that charges them is solving the wrong problem. Being free also keeps Reddit and WhatsApp posts within self-promotion rules.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Gengo · learnwithgenn · praneet-admin.github.io/gengo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we dropped, and why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no is part of the plan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6F3FF"/>
          </a:solidFill>
          <a:ln w="12700">
            <a:solidFill>
              <a:srgbClr val="F6F3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4173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buy. “One person saying yes” = one student opening the link, which Marketing covers.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057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relations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20574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story a journalist needs yet (no users, no numbers). The blog and video are the PR kit for when there is one.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6F3FF"/>
          </a:solidFill>
          <a:ln w="12700">
            <a:solidFill>
              <a:srgbClr val="F6F3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26974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partner is a college communication-skills faculty. Email drafted, but partnerships need a human follow-up.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33375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an app store by design. The PWA manifest gives “install” without a store or review cycle.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6F3FF"/>
          </a:solidFill>
          <a:ln w="12700">
            <a:solidFill>
              <a:srgbClr val="F6F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977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39776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Discord with zero members is a liability. GitHub Issues is the conversation; the Share loop is how the first hundred users meet.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Gengo · learnwithgenn · praneet-admin.github.io/gengo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message goes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launch/posts.md: copy that anyone can paste without asking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6F3FF"/>
          </a:solidFill>
          <a:ln w="12700">
            <a:solidFill>
              <a:srgbClr val="F6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placement groups. Where this audience actually lives. Sent once, by a real person.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14173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6F3FF"/>
          </a:solidFill>
          <a:ln w="12700">
            <a:solidFill>
              <a:srgbClr val="F6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011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Founder/student voice: “I forgot every word I looked up during placement prep. So I built Gengo.”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4173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6F3FF"/>
          </a:solidFill>
          <a:ln w="12700">
            <a:solidFill>
              <a:srgbClr val="F6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011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r/EnglishLearning, r/Indian_Academia, r/developersIndia. Fits self-promo rules: free, no sign-up, open source.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6F3FF"/>
          </a:solidFill>
          <a:ln w="12700">
            <a:solidFill>
              <a:srgbClr val="F6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" y="3154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/ Threads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611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“Words you look up shouldn’t vanish by Friday.”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30175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6F3FF"/>
          </a:solidFill>
          <a:ln w="12700">
            <a:solidFill>
              <a:srgbClr val="F6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429000" y="3154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Hunt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611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Tagline: Free vocabulary trainer that quizzes you on your own words.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30175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6F3FF"/>
          </a:solidFill>
          <a:ln w="12700">
            <a:solidFill>
              <a:srgbClr val="F6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217920" y="3154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email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611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for the Partners job later: “try it with one batch and tell me what breaks.”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Gengo · learnwithgenn · praneet-admin.github.io/gengo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15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Instagram: @learnwithgenn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28 Sep 2026 · 8 posts on day one · profile, bio and photo set</a:t>
            </a:r>
            <a:endParaRPr lang="en-US" sz="1400" dirty="0"/>
          </a:p>
        </p:txBody>
      </p:sp>
      <p:pic>
        <p:nvPicPr>
          <p:cNvPr id="4" name="Image 0" descr="/private/tmp/claude-502/-Users-pran-zsbch1641/eb3ff32b-0b81-4709-87ba-996c7757d4a1/scratchpad/deck/ig-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572000" cy="2834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303520" y="137160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6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Reels: launch promo, Word of the day “serendipity”, Listen-again-slower, Focus Sprint.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6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carousels: “7 words for an HR round”, “5 words you’re probably saying wrong”, “Gengo in 4 steps”.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6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single: Meet Gen.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6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caption ends “Free, no account. Link in bio 🐰” with placement and English-learning hashtags.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9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Gengo · learnwithgenn · praneet-admin.github.io/gengo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9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Reel gets made in ~10 minutes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 for the promo, the Reels and the carousels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0120" y="1554480"/>
            <a:ext cx="640080" cy="640080"/>
          </a:xfrm>
          <a:prstGeom prst="ellipse">
            <a:avLst/>
          </a:prstGeom>
          <a:solidFill>
            <a:srgbClr val="2FE3A5"/>
          </a:solidFill>
          <a:ln w="12700">
            <a:solidFill>
              <a:srgbClr val="2FE3A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45920" y="1874520"/>
            <a:ext cx="457200" cy="0"/>
          </a:xfrm>
          <a:prstGeom prst="line">
            <a:avLst/>
          </a:prstGeom>
          <a:noFill/>
          <a:ln w="25400">
            <a:solidFill>
              <a:srgbClr val="C9BD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974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Chrome screencast of the real app, seeded state, phone + laptop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42616" y="1554480"/>
            <a:ext cx="640080" cy="640080"/>
          </a:xfrm>
          <a:prstGeom prst="ellipse">
            <a:avLst/>
          </a:prstGeom>
          <a:solidFill>
            <a:srgbClr val="FFD233"/>
          </a:solidFill>
          <a:ln w="12700">
            <a:solidFill>
              <a:srgbClr val="FFD2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42616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28416" y="1874520"/>
            <a:ext cx="457200" cy="0"/>
          </a:xfrm>
          <a:prstGeom prst="line">
            <a:avLst/>
          </a:prstGeom>
          <a:noFill/>
          <a:ln w="25400">
            <a:solidFill>
              <a:srgbClr val="C9BD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39696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139696" y="26974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compositor: 9:16 scenes, captions, phone frame, transitions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25112" y="1554480"/>
            <a:ext cx="640080" cy="640080"/>
          </a:xfrm>
          <a:prstGeom prst="ellipse">
            <a:avLst/>
          </a:prstGeom>
          <a:solidFill>
            <a:srgbClr val="2FE3A5"/>
          </a:solidFill>
          <a:ln w="12700">
            <a:solidFill>
              <a:srgbClr val="2FE3A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25112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10912" y="1874520"/>
            <a:ext cx="457200" cy="0"/>
          </a:xfrm>
          <a:prstGeom prst="line">
            <a:avLst/>
          </a:prstGeom>
          <a:noFill/>
          <a:ln w="25400">
            <a:solidFill>
              <a:srgbClr val="C9BD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22192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822192" y="26974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 neural voice per line, timings drive scene lengths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07608" y="1554480"/>
            <a:ext cx="640080" cy="640080"/>
          </a:xfrm>
          <a:prstGeom prst="ellipse">
            <a:avLst/>
          </a:prstGeom>
          <a:solidFill>
            <a:srgbClr val="FFD233"/>
          </a:solidFill>
          <a:ln w="12700">
            <a:solidFill>
              <a:srgbClr val="FFD2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07608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693408" y="1874520"/>
            <a:ext cx="457200" cy="0"/>
          </a:xfrm>
          <a:prstGeom prst="line">
            <a:avLst/>
          </a:prstGeom>
          <a:noFill/>
          <a:ln w="25400">
            <a:solidFill>
              <a:srgbClr val="C9BDF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04688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&amp; encode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504688" y="26974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bed, loudness-normalised, 30 fps / 48 kHz H.264 that Instagram accepts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90104" y="1554480"/>
            <a:ext cx="640080" cy="640080"/>
          </a:xfrm>
          <a:prstGeom prst="ellipse">
            <a:avLst/>
          </a:prstGeom>
          <a:solidFill>
            <a:srgbClr val="2FE3A5"/>
          </a:solidFill>
          <a:ln w="12700">
            <a:solidFill>
              <a:srgbClr val="2FE3A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90104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187184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187184" y="26974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9:16, custom cover frame, caption from captions.md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33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Word-of-the-day Reels are now a one-line change: swap the word, re-render, post. That is the daily content engine.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Gengo · learnwithgenn · praneet-admin.github.io/gengo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 in one look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the rabbit, deep violet, sunny yellow, mint, rounded cards</a:t>
            </a:r>
            <a:endParaRPr lang="en-US" sz="1400" dirty="0"/>
          </a:p>
        </p:txBody>
      </p:sp>
      <p:pic>
        <p:nvPicPr>
          <p:cNvPr id="4" name="Image 0" descr="/Users/pran-zsbch1641/gengo/launch/social/01-words-are-superpow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4023360" cy="2263140"/>
          </a:xfrm>
          <a:prstGeom prst="rect">
            <a:avLst/>
          </a:prstGeom>
        </p:spPr>
      </p:pic>
      <p:pic>
        <p:nvPicPr>
          <p:cNvPr id="5" name="Image 1" descr="/Users/pran-zsbch1641/gengo/launch/social/03-young-adul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17320"/>
            <a:ext cx="4023360" cy="22631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88620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23155C"/>
          </a:solidFill>
          <a:ln w="12700">
            <a:solidFill>
              <a:srgbClr val="23155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57200" y="43159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Indigo 23155C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2139696" y="388620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5330D6"/>
          </a:solidFill>
          <a:ln w="12700">
            <a:solidFill>
              <a:srgbClr val="5330D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2139696" y="43159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 5330D6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822192" y="388620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FFD233"/>
          </a:solidFill>
          <a:ln w="12700">
            <a:solidFill>
              <a:srgbClr val="FFD23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822192" y="43159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FFD233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504688" y="388620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2FE3A5"/>
          </a:solidFill>
          <a:ln w="12700">
            <a:solidFill>
              <a:srgbClr val="2FE3A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504688" y="43159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2FE3A5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187184" y="388620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FF78AA"/>
          </a:solidFill>
          <a:ln w="12700">
            <a:solidFill>
              <a:srgbClr val="FF78A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187184" y="43159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3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 FF78AA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Gengo · learnwithgenn · praneet-admin.github.io/gengo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315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“done” looks like in 30 days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none of this happens, the audience statement is wrong before the product 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1737360"/>
          </a:xfrm>
          <a:prstGeom prst="roundRect">
            <a:avLst>
              <a:gd name="adj" fmla="val 7895"/>
            </a:avLst>
          </a:prstGeom>
          <a:solidFill>
            <a:srgbClr val="2E1F7A"/>
          </a:solidFill>
          <a:ln w="12700">
            <a:solidFill>
              <a:srgbClr val="2E1F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54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D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68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shares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didn’t send myself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463040"/>
            <a:ext cx="2651760" cy="1737360"/>
          </a:xfrm>
          <a:prstGeom prst="roundRect">
            <a:avLst>
              <a:gd name="adj" fmla="val 7895"/>
            </a:avLst>
          </a:prstGeom>
          <a:solidFill>
            <a:srgbClr val="2E1F7A"/>
          </a:solidFill>
          <a:ln w="12700">
            <a:solidFill>
              <a:srgbClr val="2E1F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1554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D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468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strangers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651760" cy="1737360"/>
          </a:xfrm>
          <a:prstGeom prst="roundRect">
            <a:avLst>
              <a:gd name="adj" fmla="val 7895"/>
            </a:avLst>
          </a:prstGeom>
          <a:solidFill>
            <a:srgbClr val="2E1F7A"/>
          </a:solidFill>
          <a:ln w="12700">
            <a:solidFill>
              <a:srgbClr val="2E1F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554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D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468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reply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 in order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703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6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website link in the Instagram bio (phone app only), then post one Word-of-the-day Reel a day.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6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Medium post once signed in; share the LinkedIn and WhatsApp copy from the kit.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6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faculty email to one college; that is the Partners job.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6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b-roll (Higgsfield / Magnific) only once their billing is sorted; the current pipeline needs neither.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9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Gengo · learnwithgenn · praneet-admin.github.io/gengo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9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Gengo — Launch, Marketing &amp; Business</dc:title>
  <dc:subject>PptxGenJS Presentation</dc:subject>
  <dc:creator>PptxGenJS</dc:creator>
  <cp:lastModifiedBy>PptxGenJS</cp:lastModifiedBy>
  <cp:revision>1</cp:revision>
  <dcterms:created xsi:type="dcterms:W3CDTF">2026-09-28T05:42:25Z</dcterms:created>
  <dcterms:modified xsi:type="dcterms:W3CDTF">2026-09-28T05:42:25Z</dcterms:modified>
</cp:coreProperties>
</file>